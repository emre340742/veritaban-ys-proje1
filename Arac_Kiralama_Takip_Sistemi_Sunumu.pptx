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1" r:id="rId2"/>
    <p:sldId id="2563" r:id="rId3"/>
    <p:sldId id="2564" r:id="rId4"/>
    <p:sldId id="2566" r:id="rId5"/>
    <p:sldId id="2568" r:id="rId6"/>
    <p:sldId id="2570" r:id="rId7"/>
    <p:sldId id="2569" r:id="rId8"/>
    <p:sldId id="2571" r:id="rId9"/>
    <p:sldId id="2573" r:id="rId10"/>
    <p:sldId id="25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aç Kiralama (Rent-a-Car) Takip Sistemi" id="{5E1C1A64-24EE-4DBD-9D72-5F726796B04D}">
          <p14:sldIdLst>
            <p14:sldId id="2561"/>
          </p14:sldIdLst>
        </p14:section>
        <p14:section name="Proje Tanımı ve Amaç" id="{BED99837-6993-4DBC-9AD1-6E0C006FA972}">
          <p14:sldIdLst>
            <p14:sldId id="2563"/>
            <p14:sldId id="2564"/>
          </p14:sldIdLst>
        </p14:section>
        <p14:section name="Teknolojik Altyapı" id="{4C777CF0-B0EB-4503-8B8C-12F9BA9EC67F}">
          <p14:sldIdLst>
            <p14:sldId id="2566"/>
          </p14:sldIdLst>
        </p14:section>
        <p14:section name="Veri Tabanı ve SQL Yapıları" id="{BAEEBB89-7DCA-4266-9375-B321A0EB27D5}">
          <p14:sldIdLst>
            <p14:sldId id="2568"/>
            <p14:sldId id="2570"/>
            <p14:sldId id="2569"/>
          </p14:sldIdLst>
        </p14:section>
        <p14:section name="Uygulama, Süreç ve Sonuç" id="{641A74F9-5C63-41FD-960D-537AC6F6FBC4}">
          <p14:sldIdLst>
            <p14:sldId id="2571"/>
            <p14:sldId id="2573"/>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6C620D-40F7-45BB-8DD4-2C5511173182}" v="117" dt="2026-05-03T09:17:20.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876" autoAdjust="0"/>
  </p:normalViewPr>
  <p:slideViewPr>
    <p:cSldViewPr snapToGrid="0">
      <p:cViewPr>
        <p:scale>
          <a:sx n="90" d="100"/>
          <a:sy n="90" d="100"/>
        </p:scale>
        <p:origin x="37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t Emre" userId="80d6ab6c4bfffe5e" providerId="LiveId" clId="{3F9D897B-6317-4C10-ABA5-2698245D6C9E}"/>
    <pc:docChg chg="custSel addSld delSld modSld modSection">
      <pc:chgData name="Mert Emre" userId="80d6ab6c4bfffe5e" providerId="LiveId" clId="{3F9D897B-6317-4C10-ABA5-2698245D6C9E}" dt="2026-05-03T09:21:05.803" v="277" actId="27636"/>
      <pc:docMkLst>
        <pc:docMk/>
      </pc:docMkLst>
      <pc:sldChg chg="modSp mod">
        <pc:chgData name="Mert Emre" userId="80d6ab6c4bfffe5e" providerId="LiveId" clId="{3F9D897B-6317-4C10-ABA5-2698245D6C9E}" dt="2026-05-03T09:18:41.603" v="260" actId="1076"/>
        <pc:sldMkLst>
          <pc:docMk/>
          <pc:sldMk cId="2936735295" sldId="2563"/>
        </pc:sldMkLst>
        <pc:spChg chg="mod">
          <ac:chgData name="Mert Emre" userId="80d6ab6c4bfffe5e" providerId="LiveId" clId="{3F9D897B-6317-4C10-ABA5-2698245D6C9E}" dt="2026-05-03T09:18:41.603" v="260" actId="1076"/>
          <ac:spMkLst>
            <pc:docMk/>
            <pc:sldMk cId="2936735295" sldId="2563"/>
            <ac:spMk id="2" creationId="{7B08734F-A5B7-B276-BF94-64F6BC0FFBB3}"/>
          </ac:spMkLst>
        </pc:spChg>
        <pc:spChg chg="mod">
          <ac:chgData name="Mert Emre" userId="80d6ab6c4bfffe5e" providerId="LiveId" clId="{3F9D897B-6317-4C10-ABA5-2698245D6C9E}" dt="2026-05-03T09:00:31.822" v="124" actId="113"/>
          <ac:spMkLst>
            <pc:docMk/>
            <pc:sldMk cId="2936735295" sldId="2563"/>
            <ac:spMk id="3" creationId="{E64E0EF7-DB35-1629-991A-2FE0A710E662}"/>
          </ac:spMkLst>
        </pc:spChg>
        <pc:spChg chg="mod">
          <ac:chgData name="Mert Emre" userId="80d6ab6c4bfffe5e" providerId="LiveId" clId="{3F9D897B-6317-4C10-ABA5-2698245D6C9E}" dt="2026-05-03T08:48:58.462" v="96" actId="1076"/>
          <ac:spMkLst>
            <pc:docMk/>
            <pc:sldMk cId="2936735295" sldId="2563"/>
            <ac:spMk id="7" creationId="{1EE02805-CD77-B7B3-A223-4E3FB5D04FE8}"/>
          </ac:spMkLst>
        </pc:spChg>
      </pc:sldChg>
      <pc:sldChg chg="modSp mod">
        <pc:chgData name="Mert Emre" userId="80d6ab6c4bfffe5e" providerId="LiveId" clId="{3F9D897B-6317-4C10-ABA5-2698245D6C9E}" dt="2026-05-03T09:19:08.863" v="262" actId="27636"/>
        <pc:sldMkLst>
          <pc:docMk/>
          <pc:sldMk cId="139649553" sldId="2564"/>
        </pc:sldMkLst>
        <pc:spChg chg="mod">
          <ac:chgData name="Mert Emre" userId="80d6ab6c4bfffe5e" providerId="LiveId" clId="{3F9D897B-6317-4C10-ABA5-2698245D6C9E}" dt="2026-05-03T09:19:08.863" v="262" actId="27636"/>
          <ac:spMkLst>
            <pc:docMk/>
            <pc:sldMk cId="139649553" sldId="2564"/>
            <ac:spMk id="2" creationId="{58C73A2B-E203-54E0-F3B8-6E5E6CA83E34}"/>
          </ac:spMkLst>
        </pc:spChg>
      </pc:sldChg>
      <pc:sldChg chg="modSp mod">
        <pc:chgData name="Mert Emre" userId="80d6ab6c4bfffe5e" providerId="LiveId" clId="{3F9D897B-6317-4C10-ABA5-2698245D6C9E}" dt="2026-05-03T09:21:05.803" v="277" actId="27636"/>
        <pc:sldMkLst>
          <pc:docMk/>
          <pc:sldMk cId="3942991648" sldId="2566"/>
        </pc:sldMkLst>
        <pc:spChg chg="mod">
          <ac:chgData name="Mert Emre" userId="80d6ab6c4bfffe5e" providerId="LiveId" clId="{3F9D897B-6317-4C10-ABA5-2698245D6C9E}" dt="2026-05-03T09:21:05.803" v="277" actId="27636"/>
          <ac:spMkLst>
            <pc:docMk/>
            <pc:sldMk cId="3942991648" sldId="2566"/>
            <ac:spMk id="2" creationId="{42FF22D4-AD4D-A255-6E53-11506155B9DB}"/>
          </ac:spMkLst>
        </pc:spChg>
        <pc:spChg chg="mod">
          <ac:chgData name="Mert Emre" userId="80d6ab6c4bfffe5e" providerId="LiveId" clId="{3F9D897B-6317-4C10-ABA5-2698245D6C9E}" dt="2026-05-03T09:20:22.228" v="268" actId="14100"/>
          <ac:spMkLst>
            <pc:docMk/>
            <pc:sldMk cId="3942991648" sldId="2566"/>
            <ac:spMk id="4" creationId="{B1DC748F-9104-EA32-1BA7-FD72FB3E2252}"/>
          </ac:spMkLst>
        </pc:spChg>
      </pc:sldChg>
      <pc:sldChg chg="modSp mod">
        <pc:chgData name="Mert Emre" userId="80d6ab6c4bfffe5e" providerId="LiveId" clId="{3F9D897B-6317-4C10-ABA5-2698245D6C9E}" dt="2026-05-03T08:48:21.276" v="94" actId="404"/>
        <pc:sldMkLst>
          <pc:docMk/>
          <pc:sldMk cId="15928649" sldId="2568"/>
        </pc:sldMkLst>
        <pc:spChg chg="mod">
          <ac:chgData name="Mert Emre" userId="80d6ab6c4bfffe5e" providerId="LiveId" clId="{3F9D897B-6317-4C10-ABA5-2698245D6C9E}" dt="2026-05-03T08:48:21.276" v="94" actId="404"/>
          <ac:spMkLst>
            <pc:docMk/>
            <pc:sldMk cId="15928649" sldId="2568"/>
            <ac:spMk id="3" creationId="{13A97CF8-6B99-10EC-4515-741F97A0D2C1}"/>
          </ac:spMkLst>
        </pc:spChg>
      </pc:sldChg>
      <pc:sldChg chg="addSp modSp mod">
        <pc:chgData name="Mert Emre" userId="80d6ab6c4bfffe5e" providerId="LiveId" clId="{3F9D897B-6317-4C10-ABA5-2698245D6C9E}" dt="2026-05-03T09:01:40.496" v="131" actId="14100"/>
        <pc:sldMkLst>
          <pc:docMk/>
          <pc:sldMk cId="1299099141" sldId="2569"/>
        </pc:sldMkLst>
        <pc:spChg chg="mod">
          <ac:chgData name="Mert Emre" userId="80d6ab6c4bfffe5e" providerId="LiveId" clId="{3F9D897B-6317-4C10-ABA5-2698245D6C9E}" dt="2026-05-03T08:47:58.055" v="93" actId="20577"/>
          <ac:spMkLst>
            <pc:docMk/>
            <pc:sldMk cId="1299099141" sldId="2569"/>
            <ac:spMk id="2" creationId="{FFFE995F-4587-A608-63CE-451E789022FF}"/>
          </ac:spMkLst>
        </pc:spChg>
        <pc:spChg chg="add mod">
          <ac:chgData name="Mert Emre" userId="80d6ab6c4bfffe5e" providerId="LiveId" clId="{3F9D897B-6317-4C10-ABA5-2698245D6C9E}" dt="2026-05-03T09:01:30.243" v="129" actId="1076"/>
          <ac:spMkLst>
            <pc:docMk/>
            <pc:sldMk cId="1299099141" sldId="2569"/>
            <ac:spMk id="3" creationId="{A89A9D6A-875E-425E-EDB9-41C401B6A6A9}"/>
          </ac:spMkLst>
        </pc:spChg>
        <pc:spChg chg="mod">
          <ac:chgData name="Mert Emre" userId="80d6ab6c4bfffe5e" providerId="LiveId" clId="{3F9D897B-6317-4C10-ABA5-2698245D6C9E}" dt="2026-05-03T09:01:40.496" v="131" actId="14100"/>
          <ac:spMkLst>
            <pc:docMk/>
            <pc:sldMk cId="1299099141" sldId="2569"/>
            <ac:spMk id="4" creationId="{620CB5B2-CDC9-884A-0752-9CFBB1E0D45D}"/>
          </ac:spMkLst>
        </pc:spChg>
        <pc:picChg chg="mod">
          <ac:chgData name="Mert Emre" userId="80d6ab6c4bfffe5e" providerId="LiveId" clId="{3F9D897B-6317-4C10-ABA5-2698245D6C9E}" dt="2026-05-03T08:39:01.223" v="7" actId="1076"/>
          <ac:picMkLst>
            <pc:docMk/>
            <pc:sldMk cId="1299099141" sldId="2569"/>
            <ac:picMk id="5" creationId="{ADF4DAB4-99EB-402B-B43E-E11457181A02}"/>
          </ac:picMkLst>
        </pc:picChg>
      </pc:sldChg>
      <pc:sldChg chg="modSp mod">
        <pc:chgData name="Mert Emre" userId="80d6ab6c4bfffe5e" providerId="LiveId" clId="{3F9D897B-6317-4C10-ABA5-2698245D6C9E}" dt="2026-05-03T09:00:58.401" v="125" actId="113"/>
        <pc:sldMkLst>
          <pc:docMk/>
          <pc:sldMk cId="714221773" sldId="2570"/>
        </pc:sldMkLst>
        <pc:spChg chg="mod">
          <ac:chgData name="Mert Emre" userId="80d6ab6c4bfffe5e" providerId="LiveId" clId="{3F9D897B-6317-4C10-ABA5-2698245D6C9E}" dt="2026-05-03T09:00:58.401" v="125" actId="113"/>
          <ac:spMkLst>
            <pc:docMk/>
            <pc:sldMk cId="714221773" sldId="2570"/>
            <ac:spMk id="4" creationId="{A7786458-FC00-CB38-3B05-97BE15A55463}"/>
          </ac:spMkLst>
        </pc:spChg>
        <pc:picChg chg="mod">
          <ac:chgData name="Mert Emre" userId="80d6ab6c4bfffe5e" providerId="LiveId" clId="{3F9D897B-6317-4C10-ABA5-2698245D6C9E}" dt="2026-05-03T08:33:55.290" v="1" actId="1076"/>
          <ac:picMkLst>
            <pc:docMk/>
            <pc:sldMk cId="714221773" sldId="2570"/>
            <ac:picMk id="6" creationId="{B8D739D9-6486-A11B-1F49-32FBB73CFE39}"/>
          </ac:picMkLst>
        </pc:picChg>
      </pc:sldChg>
      <pc:sldChg chg="modSp mod">
        <pc:chgData name="Mert Emre" userId="80d6ab6c4bfffe5e" providerId="LiveId" clId="{3F9D897B-6317-4C10-ABA5-2698245D6C9E}" dt="2026-05-03T08:53:32.214" v="98" actId="14100"/>
        <pc:sldMkLst>
          <pc:docMk/>
          <pc:sldMk cId="2903431573" sldId="2571"/>
        </pc:sldMkLst>
        <pc:spChg chg="mod">
          <ac:chgData name="Mert Emre" userId="80d6ab6c4bfffe5e" providerId="LiveId" clId="{3F9D897B-6317-4C10-ABA5-2698245D6C9E}" dt="2026-05-03T08:53:32.214" v="98" actId="14100"/>
          <ac:spMkLst>
            <pc:docMk/>
            <pc:sldMk cId="2903431573" sldId="2571"/>
            <ac:spMk id="4" creationId="{E65EB879-5F2E-5E86-83C2-E66172474346}"/>
          </ac:spMkLst>
        </pc:spChg>
      </pc:sldChg>
      <pc:sldChg chg="addSp modSp mod modAnim">
        <pc:chgData name="Mert Emre" userId="80d6ab6c4bfffe5e" providerId="LiveId" clId="{3F9D897B-6317-4C10-ABA5-2698245D6C9E}" dt="2026-05-03T09:17:20.103" v="255" actId="20577"/>
        <pc:sldMkLst>
          <pc:docMk/>
          <pc:sldMk cId="1728546752" sldId="2572"/>
        </pc:sldMkLst>
        <pc:spChg chg="mod">
          <ac:chgData name="Mert Emre" userId="80d6ab6c4bfffe5e" providerId="LiveId" clId="{3F9D897B-6317-4C10-ABA5-2698245D6C9E}" dt="2026-05-03T09:06:16.588" v="171" actId="121"/>
          <ac:spMkLst>
            <pc:docMk/>
            <pc:sldMk cId="1728546752" sldId="2572"/>
            <ac:spMk id="2" creationId="{F81739E6-7FC3-0843-7E7D-225E238240F3}"/>
          </ac:spMkLst>
        </pc:spChg>
        <pc:spChg chg="add">
          <ac:chgData name="Mert Emre" userId="80d6ab6c4bfffe5e" providerId="LiveId" clId="{3F9D897B-6317-4C10-ABA5-2698245D6C9E}" dt="2026-05-03T09:07:50.909" v="180"/>
          <ac:spMkLst>
            <pc:docMk/>
            <pc:sldMk cId="1728546752" sldId="2572"/>
            <ac:spMk id="3" creationId="{033CE941-DA36-04F7-04F0-83F18B1A5BC3}"/>
          </ac:spMkLst>
        </pc:spChg>
        <pc:spChg chg="mod">
          <ac:chgData name="Mert Emre" userId="80d6ab6c4bfffe5e" providerId="LiveId" clId="{3F9D897B-6317-4C10-ABA5-2698245D6C9E}" dt="2026-05-03T09:17:20.103" v="255" actId="20577"/>
          <ac:spMkLst>
            <pc:docMk/>
            <pc:sldMk cId="1728546752" sldId="2572"/>
            <ac:spMk id="4" creationId="{FF3EEB43-984C-DC5D-6F23-B51D351F6921}"/>
          </ac:spMkLst>
        </pc:spChg>
        <pc:spChg chg="add mod">
          <ac:chgData name="Mert Emre" userId="80d6ab6c4bfffe5e" providerId="LiveId" clId="{3F9D897B-6317-4C10-ABA5-2698245D6C9E}" dt="2026-05-03T09:08:22.523" v="187" actId="20578"/>
          <ac:spMkLst>
            <pc:docMk/>
            <pc:sldMk cId="1728546752" sldId="2572"/>
            <ac:spMk id="6" creationId="{96D45837-7DAA-3511-B37B-C1BA2518AE25}"/>
          </ac:spMkLst>
        </pc:spChg>
        <pc:picChg chg="mod">
          <ac:chgData name="Mert Emre" userId="80d6ab6c4bfffe5e" providerId="LiveId" clId="{3F9D897B-6317-4C10-ABA5-2698245D6C9E}" dt="2026-05-03T09:06:04.689" v="170" actId="1076"/>
          <ac:picMkLst>
            <pc:docMk/>
            <pc:sldMk cId="1728546752" sldId="2572"/>
            <ac:picMk id="5" creationId="{D3647DFC-C0BD-459C-96BA-1203E5FCC948}"/>
          </ac:picMkLst>
        </pc:picChg>
      </pc:sldChg>
      <pc:sldChg chg="addSp delSp modSp add mod">
        <pc:chgData name="Mert Emre" userId="80d6ab6c4bfffe5e" providerId="LiveId" clId="{3F9D897B-6317-4C10-ABA5-2698245D6C9E}" dt="2026-05-03T09:03:05.873" v="137" actId="404"/>
        <pc:sldMkLst>
          <pc:docMk/>
          <pc:sldMk cId="807143857" sldId="2573"/>
        </pc:sldMkLst>
        <pc:spChg chg="mod">
          <ac:chgData name="Mert Emre" userId="80d6ab6c4bfffe5e" providerId="LiveId" clId="{3F9D897B-6317-4C10-ABA5-2698245D6C9E}" dt="2026-05-03T08:54:56.650" v="106" actId="1076"/>
          <ac:spMkLst>
            <pc:docMk/>
            <pc:sldMk cId="807143857" sldId="2573"/>
            <ac:spMk id="2" creationId="{12E896A0-DB4C-0B6D-8246-8220115105B9}"/>
          </ac:spMkLst>
        </pc:spChg>
        <pc:spChg chg="mod">
          <ac:chgData name="Mert Emre" userId="80d6ab6c4bfffe5e" providerId="LiveId" clId="{3F9D897B-6317-4C10-ABA5-2698245D6C9E}" dt="2026-05-03T09:03:05.873" v="137" actId="404"/>
          <ac:spMkLst>
            <pc:docMk/>
            <pc:sldMk cId="807143857" sldId="2573"/>
            <ac:spMk id="4" creationId="{E2C0CD26-55F8-31C5-78E3-E74C6AC255DF}"/>
          </ac:spMkLst>
        </pc:spChg>
        <pc:spChg chg="add del mod">
          <ac:chgData name="Mert Emre" userId="80d6ab6c4bfffe5e" providerId="LiveId" clId="{3F9D897B-6317-4C10-ABA5-2698245D6C9E}" dt="2026-05-03T08:56:32.013" v="108" actId="478"/>
          <ac:spMkLst>
            <pc:docMk/>
            <pc:sldMk cId="807143857" sldId="2573"/>
            <ac:spMk id="6" creationId="{0509563F-A3A7-8A17-FA71-19688354D851}"/>
          </ac:spMkLst>
        </pc:spChg>
        <pc:picChg chg="del mod">
          <ac:chgData name="Mert Emre" userId="80d6ab6c4bfffe5e" providerId="LiveId" clId="{3F9D897B-6317-4C10-ABA5-2698245D6C9E}" dt="2026-05-03T08:56:12.775" v="107" actId="478"/>
          <ac:picMkLst>
            <pc:docMk/>
            <pc:sldMk cId="807143857" sldId="2573"/>
            <ac:picMk id="5" creationId="{25055264-3CF4-25C7-7AD1-449168505264}"/>
          </ac:picMkLst>
        </pc:picChg>
        <pc:picChg chg="add mod modCrop">
          <ac:chgData name="Mert Emre" userId="80d6ab6c4bfffe5e" providerId="LiveId" clId="{3F9D897B-6317-4C10-ABA5-2698245D6C9E}" dt="2026-05-03T08:57:48.403" v="114" actId="1076"/>
          <ac:picMkLst>
            <pc:docMk/>
            <pc:sldMk cId="807143857" sldId="2573"/>
            <ac:picMk id="8" creationId="{BE6046DB-4D27-F277-F020-12287860CCD4}"/>
          </ac:picMkLst>
        </pc:picChg>
      </pc:sldChg>
      <pc:sldChg chg="add del">
        <pc:chgData name="Mert Emre" userId="80d6ab6c4bfffe5e" providerId="LiveId" clId="{3F9D897B-6317-4C10-ABA5-2698245D6C9E}" dt="2026-05-03T09:17:45.776" v="256" actId="2696"/>
        <pc:sldMkLst>
          <pc:docMk/>
          <pc:sldMk cId="2826757072" sldId="25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613013-13F0-4488-BFE7-AECAC478CE9A}" type="datetimeFigureOut">
              <a:t>3.05.2026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76BBE4-5CBD-4D0D-8456-3506FA9F2C53}" type="slidenum">
              <a:t>‹#›</a:t>
            </a:fld>
            <a:endParaRPr lang="en-US"/>
          </a:p>
        </p:txBody>
      </p:sp>
    </p:spTree>
    <p:extLst>
      <p:ext uri="{BB962C8B-B14F-4D97-AF65-F5344CB8AC3E}">
        <p14:creationId xmlns:p14="http://schemas.microsoft.com/office/powerpoint/2010/main" val="313319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t>
            </a:r>
          </a:p>
        </p:txBody>
      </p:sp>
      <p:sp>
        <p:nvSpPr>
          <p:cNvPr id="4" name="Slide Number Placeholder 3"/>
          <p:cNvSpPr>
            <a:spLocks noGrp="1"/>
          </p:cNvSpPr>
          <p:nvPr>
            <p:ph type="sldNum" sz="quarter" idx="5"/>
          </p:nvPr>
        </p:nvSpPr>
        <p:spPr/>
        <p:txBody>
          <a:bodyPr/>
          <a:lstStyle/>
          <a:p>
            <a:fld id="{17397016-7965-44AA-9C89-0689289D2923}" type="slidenum">
              <a:t>1</a:t>
            </a:fld>
            <a:endParaRPr lang="en-US"/>
          </a:p>
        </p:txBody>
      </p:sp>
    </p:spTree>
    <p:extLst>
      <p:ext uri="{BB962C8B-B14F-4D97-AF65-F5344CB8AC3E}">
        <p14:creationId xmlns:p14="http://schemas.microsoft.com/office/powerpoint/2010/main" val="3497110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Araç Kiralama (Rent-a-Car) Takip Sistemi projesi, Veri Tabanı Yönetim Sistemleri I dersi kapsamında geliştirilen, teorik bilgilerin pratik bir senaryo üzerinde uygulanmasını amaçlayan kapsamlı bir dönem projesidir. Bu proje, gerçek hayatta sıkça karşılaşılan araç kiralama süreçlerini ele alarak, manuel yöntemlerle yürütülen ve hataya açık olan operasyonların nasıl dijital, güvenilir ve sürdürülebilir bir yapıya dönüştürülebileceğini göstermeyi hedefler. Projenin akademik bağlamı, ilişkisel veri tabanı tasarımı, normalizasyon kuralları, SQL sorgulama yetkinliği ve uygulama–veri tabanı entegrasyonu gibi temel kazanımları içermektedir. Sunumun bu ilk slaytı, projenin başlığını, ders adını, projeyi hazırlayan öğrencinin kimlik bilgilerini ve teslim tarihini içeren bir kapak niteliği taşır. Kapak sayfası, izleyiciye projenin konusu hakkında net bir ilk izlenim vermekle birlikte, çalışmanın resmi ve akademik çerçevesini de ortaya koyar. Rent-a-Car sektörü, müşteri, araç ve kiralama gibi çok sayıda varlık ve bu varlıklar arasındaki ilişkiler nedeniyle veri tabanı tasarımı açısından oldukça uygun bir örnek teşkil eder. Bu nedenle seçilen konu, hem öğretici hem de uygulanabilirliği yüksek bir senaryo sunmaktadır. Sunumun devam eden bölümlerinde, bu bağlamda geliştirilen sistemin amacı, kullanılan teknolojiler, veri tabanı mimarisi, gelişmiş SQL yapıları, masaüstü uygulaması ve karşılaşılan zorluklar detaylı biçimde ele alınacaktır. Böylece kapak slaytı, yalnızca tanıtıcı bir giriş değil, aynı zamanda anlatılacak teknik hikâyenin de başlangıç noktası olarak konumlanmaktadır.</a:t>
            </a:r>
          </a:p>
        </p:txBody>
      </p:sp>
      <p:sp>
        <p:nvSpPr>
          <p:cNvPr id="4" name="Slide Number Placeholder 3"/>
          <p:cNvSpPr>
            <a:spLocks noGrp="1"/>
          </p:cNvSpPr>
          <p:nvPr>
            <p:ph type="sldNum" sz="quarter" idx="5"/>
          </p:nvPr>
        </p:nvSpPr>
        <p:spPr/>
        <p:txBody>
          <a:bodyPr/>
          <a:lstStyle/>
          <a:p>
            <a:fld id="{17397016-7965-44AA-9C89-0689289D2923}" type="slidenum">
              <a:t>2</a:t>
            </a:fld>
            <a:endParaRPr lang="en-US"/>
          </a:p>
        </p:txBody>
      </p:sp>
    </p:spTree>
    <p:extLst>
      <p:ext uri="{BB962C8B-B14F-4D97-AF65-F5344CB8AC3E}">
        <p14:creationId xmlns:p14="http://schemas.microsoft.com/office/powerpoint/2010/main" val="948869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Bu projenin temel amacı, araç kiralama firmalarında yaygın olarak görülen manuel ve parçalı iş süreçlerini dijital bir sistem altında toplayarak daha güvenli, tutarlı ve yönetilebilir hale getirmektir. Geleneksel yöntemlerde araç durumu takibi, müşteri bilgileri ve kiralama geçmişi çoğu zaman farklı dosyalarda veya defterlerde tutulmakta, bu da veri tekrarına ve hatalara yol açmaktadır. Geliştirilen Rent-a-Car Takip Sistemi ile araç, müşteri ve kiralama verileri ilişkisel bir veri tabanı yapısı içerisinde merkezi olarak saklanmaktadır. Bu yaklaşım, veri bütünlüğünü sağlamanın yanı sıra, aynı bilginin birden fazla yerde tutulmasını da engellemektedir. Proje kapsamında Microsoft SQL Server üzerinde oluşturulan tablolar, normalizasyon kurallarına uygun şekilde tasarlanmış ve özellikle üçüncü normal form dikkate alınmıştır. Böylece güncelleme, ekleme ve silme işlemlerinde ortaya çıkabilecek tutarsızlıkların önüne geçilmesi hedeflenmiştir. Sistemin kapsamı yalnızca veri depolamakla sınırlı değildir; aynı zamanda anlık raporlama ihtiyacına da cevap verecek şekilde kurgulanmıştır. Örneğin, hangi araçların şu anda kirada olduğu, hangi müşterilerin aktif kiralamasının bulunduğu gibi bilgiler hızlıca elde edilebilmektedir. Sunum sırasında ifade edilen notta da vurgulandığı gibi, bu projenin seçilmesindeki ana motivasyon, karmaşık bir ticari sürecin doğru veri tabanı tasarımı ile ne kadar düzenli ve hatasız yönetilebileceğini göstermektir. Bu yönüyle proje, hem akademik kazanımlar hem de gerçek dünya uygulamaları açısından güçlü bir örnek oluşturmaktadır.</a:t>
            </a:r>
          </a:p>
        </p:txBody>
      </p:sp>
      <p:sp>
        <p:nvSpPr>
          <p:cNvPr id="4" name="Slide Number Placeholder 3"/>
          <p:cNvSpPr>
            <a:spLocks noGrp="1"/>
          </p:cNvSpPr>
          <p:nvPr>
            <p:ph type="sldNum" sz="quarter" idx="5"/>
          </p:nvPr>
        </p:nvSpPr>
        <p:spPr/>
        <p:txBody>
          <a:bodyPr/>
          <a:lstStyle/>
          <a:p>
            <a:fld id="{17397016-7965-44AA-9C89-0689289D2923}" type="slidenum">
              <a:t>3</a:t>
            </a:fld>
            <a:endParaRPr lang="en-US"/>
          </a:p>
        </p:txBody>
      </p:sp>
    </p:spTree>
    <p:extLst>
      <p:ext uri="{BB962C8B-B14F-4D97-AF65-F5344CB8AC3E}">
        <p14:creationId xmlns:p14="http://schemas.microsoft.com/office/powerpoint/2010/main" val="1055065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Projede tercih edilen teknolojilerin her biri belirli ihtiyaçlara cevap verecek şekilde bilinçli olarak seçilmiştir. Microsoft SQL Server, özellikle ilişkisel veri tabanı mantığını öğrenmek ve uygulamak açısından güçlü bir öğrenme ortamı sunmaktadır. Foreign Key, Trigger, View ve Constraint gibi yapıları desteklemesi, projede hedeflenen veri bütünlüğü ve otomasyon gereksinimlerini karşılamıştır. C# ve Windows Forms kullanımı ise masaüstü uygulama geliştirme konusunda pratik kazanmayı sağlamıştır. Windows Forms, sürükle‑bırak mantığıyla hızlı arayüz tasarımı yapılmasına imkân tanırken, olay tabanlı programlama yaklaşımı sayesinde kullanıcı etkileşimleri kolayca yönetilebilmiştir. ADO.NET, veri tabanı ile uygulama arasında doğrudan ve performanslı bir köprü kurarak, SQL sorgularının kontrollü bir şekilde çalıştırılmasına olanak tanımıştır. Bu sayede SQL Injection gibi güvenlik risklerine karşı daha bilinçli bir yapı kurulmuştur. ERD kullanımı ise projenin daha en başında hataların önüne geçilmesini sağlamıştır. Varlıkların ve ilişkilerin kâğıt üzerinde netleştirilmesi, ilerleyen aşamalarda tablo yapılarında büyük değişiklikler yapılmasını gereksiz kılmıştır. Genel olarak bakıldığında, seçilen teknoloji yığını, dersin öğrenme hedefleriyle uyumlu, aynı zamanda gerçek hayatta karşılığı olan bir mimari ortaya koymuştur. Bu da projenin yalnızca bir ödev olmanın ötesine geçerek, öğretici ve uygulanabilir bir çalışma haline gelmesini sağlamıştır.</a:t>
            </a:r>
          </a:p>
        </p:txBody>
      </p:sp>
      <p:sp>
        <p:nvSpPr>
          <p:cNvPr id="4" name="Slide Number Placeholder 3"/>
          <p:cNvSpPr>
            <a:spLocks noGrp="1"/>
          </p:cNvSpPr>
          <p:nvPr>
            <p:ph type="sldNum" sz="quarter" idx="5"/>
          </p:nvPr>
        </p:nvSpPr>
        <p:spPr/>
        <p:txBody>
          <a:bodyPr/>
          <a:lstStyle/>
          <a:p>
            <a:fld id="{17397016-7965-44AA-9C89-0689289D2923}" type="slidenum">
              <a:t>4</a:t>
            </a:fld>
            <a:endParaRPr lang="en-US"/>
          </a:p>
        </p:txBody>
      </p:sp>
    </p:spTree>
    <p:extLst>
      <p:ext uri="{BB962C8B-B14F-4D97-AF65-F5344CB8AC3E}">
        <p14:creationId xmlns:p14="http://schemas.microsoft.com/office/powerpoint/2010/main" val="4132414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Projenin en kritik bileşenlerinden biri veri tabanı tasarımıdır ve bu nedenle tasarım sürecine özel bir önem verilmiştir. Veri tabanı, üçüncü normal form (3NF) kurallarına uygun olarak modellenmiştir. Bu yaklaşım, her tablonun yalnızca kendi konusuna ait alanları içermesini ve anahtar olmayan alanların yalnızca birincil anahtara bağlı olmasını garanti altına alır. Sistem içerisinde Müşteriler, Araçlar ve Kiralamalar gibi temel tablolar bulunmaktadır. Araç ve müşteri arasındaki ilişki doğası gereği çoktan‑çoğa bir ilişki olduğundan, bu ilişki Kiralamalar tablosu aracılığıyla çözülmüştür. Kiralamalar tablosu, hem müşteri hem de araç tablolarına Foreign Key’ler ile bağlanarak ilişki bütünlüğü sağlanmıştır. Bu yapı sayesinde bir müşteri birden fazla araç kiralayabilirken, bir araç da zaman içerisinde farklı müşterilere kiralanabilmektedir. Normalizasyon sayesinde veri tekrarı minimuma indirilmiş, örneğin müşteri bilgileri her kiralama kaydında yeniden yazılmak yerine tek bir tabloda tutulmuştur. Sunum notunda da ifade edildiği gibi, SSMS üzerinden alınan ER Diyagramı ekran görüntüsü, bu mimarinin görsel bir özetini sunmaktadır. Bu diyagram, tablolar arasındaki ilişkileri net bir biçimde ortaya koyarak projenin teknik omurgasını temsil etmektedir. Doğru kurgulanmış bir veri tabanı, uygulamanın ilerleyen aşamalarında performans, bakım ve genişletilebilirlik açısından büyük avantajlar sağlamıştır.</a:t>
            </a:r>
          </a:p>
        </p:txBody>
      </p:sp>
      <p:sp>
        <p:nvSpPr>
          <p:cNvPr id="4" name="Slide Number Placeholder 3"/>
          <p:cNvSpPr>
            <a:spLocks noGrp="1"/>
          </p:cNvSpPr>
          <p:nvPr>
            <p:ph type="sldNum" sz="quarter" idx="5"/>
          </p:nvPr>
        </p:nvSpPr>
        <p:spPr/>
        <p:txBody>
          <a:bodyPr/>
          <a:lstStyle/>
          <a:p>
            <a:fld id="{17397016-7965-44AA-9C89-0689289D2923}" type="slidenum">
              <a:t>5</a:t>
            </a:fld>
            <a:endParaRPr lang="en-US"/>
          </a:p>
        </p:txBody>
      </p:sp>
    </p:spTree>
    <p:extLst>
      <p:ext uri="{BB962C8B-B14F-4D97-AF65-F5344CB8AC3E}">
        <p14:creationId xmlns:p14="http://schemas.microsoft.com/office/powerpoint/2010/main" val="2415145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 Masaüstü Uygulaması ve Kullanıcı Arayüzü, Karşılaşılan Zorluklar, Çözümler ve Kapanış</a:t>
            </a:r>
          </a:p>
        </p:txBody>
      </p:sp>
      <p:sp>
        <p:nvSpPr>
          <p:cNvPr id="4" name="Slide Number Placeholder 3"/>
          <p:cNvSpPr>
            <a:spLocks noGrp="1"/>
          </p:cNvSpPr>
          <p:nvPr>
            <p:ph type="sldNum" sz="quarter" idx="5"/>
          </p:nvPr>
        </p:nvSpPr>
        <p:spPr/>
        <p:txBody>
          <a:bodyPr/>
          <a:lstStyle/>
          <a:p>
            <a:fld id="{17397016-7965-44AA-9C89-0689289D2923}" type="slidenum">
              <a:t>6</a:t>
            </a:fld>
            <a:endParaRPr lang="en-US"/>
          </a:p>
        </p:txBody>
      </p:sp>
    </p:spTree>
    <p:extLst>
      <p:ext uri="{BB962C8B-B14F-4D97-AF65-F5344CB8AC3E}">
        <p14:creationId xmlns:p14="http://schemas.microsoft.com/office/powerpoint/2010/main" val="1418661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Proje kapsamında yalnızca temel CRUD işlemleri ile yetinilmemiş, aynı zamanda gelişmiş SQL yapıları da aktif olarak kullanılmıştır. Bunların başında Trigger ve View kavramları gelmektedir. Otomasyon amacıyla geliştirilen trg_AracKirala isimli tetikleyici, Kiralamalar tablosuna yeni bir kayıt eklendiğinde otomatik olarak devreye girmektedir. Bu trigger sayesinde, kiralanan aracın durumu Araçlar tablosunda otomatik olarak “Kirada” şeklinde güncellenmektedir. Böylece uygulama katmanında ekstra bir güncelleme sorgusu yazmaya gerek kalmadan, veri tutarlılığı veri tabanı seviyesinde garanti altına alınmıştır. Raporlama tarafında ise View_AktifKiralamalar adlı bir görünüm oluşturulmuştur. Bu view, birden fazla tabloyu JOIN işlemleri ile bir araya getirerek, aktif kiralamalara ait anlamlı ve okunabilir bir veri seti sunmaktadır. C# arayüzü, bu görünüm üzerinden veri çekerek karmaşık sorgu mantığını uygulama kodundan soyutlamıştır. Sunum notunda da belirtildiği gibi, her kiralama işleminde trigger’ın otomatik çalışması, sistemin ne kadar akıllı ve kendi kendini yöneten bir yapıya sahip olduğunu göstermektedir. Bu yaklaşım, hem performans hem de bakım kolaylığı açısından önemli kazanımlar sağlamıştır.</a:t>
            </a:r>
          </a:p>
        </p:txBody>
      </p:sp>
      <p:sp>
        <p:nvSpPr>
          <p:cNvPr id="4" name="Slide Number Placeholder 3"/>
          <p:cNvSpPr>
            <a:spLocks noGrp="1"/>
          </p:cNvSpPr>
          <p:nvPr>
            <p:ph type="sldNum" sz="quarter" idx="5"/>
          </p:nvPr>
        </p:nvSpPr>
        <p:spPr/>
        <p:txBody>
          <a:bodyPr/>
          <a:lstStyle/>
          <a:p>
            <a:fld id="{17397016-7965-44AA-9C89-0689289D2923}" type="slidenum">
              <a:t>7</a:t>
            </a:fld>
            <a:endParaRPr lang="en-US"/>
          </a:p>
        </p:txBody>
      </p:sp>
    </p:spTree>
    <p:extLst>
      <p:ext uri="{BB962C8B-B14F-4D97-AF65-F5344CB8AC3E}">
        <p14:creationId xmlns:p14="http://schemas.microsoft.com/office/powerpoint/2010/main" val="1624622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Projenin kullanıcıyla doğrudan etkileşim kuran yüzü, C# ile geliştirilen Windows Forms tabanlı masaüstü uygulamasıdır. Bu uygulama, veri tabanında tutulan bilgilerin son kullanıcı tarafından kolayca yönetilebilmesini hedeflemiştir. Arayüzde kullanılan ComboBox kontrolleri sayesinde kullanıcılar, mevcut müşteri ve araç listesinden seçim yaparak hızlı bir şekilde kiralama işlemi gerçekleştirebilmektedir. Bu yaklaşım, hem kullanıcı hatalarını azaltmakta hem de veri bütünlüğünü desteklemektedir. Listeleme alanlarında aktif kiralamalar ve mevcut araçlar anlık olarak görüntülenebilmektedir. Uygulamanın çalışır haldeki ekran görüntüsünün slayta eklenmesi, sistemin yalnızca teorik değil, pratik olarak da tamamlandığını göstermektedir. Sunum notunda ifade edildiği üzere, projenin yalnızca SQL tarafında bırakılmaması, full‑stack bir bakış açısının benimsendiğini ortaya koymaktadır. Kullanıcı dostu bir arayüz tasarlamak, teknik olarak doğru bir veri tabanı kadar önemlidir. Bu nedenle buton yerleşimleri, form akışı ve geri bildirim mesajları dikkatli bir şekilde kurgulanmıştır. Sonuç olarak geliştirilen masaüstü uygulaması, veri tabanı ile uyumlu, stabil ve kullanılabilir bir yapı sunmaktadır.</a:t>
            </a:r>
          </a:p>
        </p:txBody>
      </p:sp>
      <p:sp>
        <p:nvSpPr>
          <p:cNvPr id="4" name="Slide Number Placeholder 3"/>
          <p:cNvSpPr>
            <a:spLocks noGrp="1"/>
          </p:cNvSpPr>
          <p:nvPr>
            <p:ph type="sldNum" sz="quarter" idx="5"/>
          </p:nvPr>
        </p:nvSpPr>
        <p:spPr/>
        <p:txBody>
          <a:bodyPr/>
          <a:lstStyle/>
          <a:p>
            <a:fld id="{17397016-7965-44AA-9C89-0689289D2923}" type="slidenum">
              <a:t>8</a:t>
            </a:fld>
            <a:endParaRPr lang="en-US"/>
          </a:p>
        </p:txBody>
      </p:sp>
    </p:spTree>
    <p:extLst>
      <p:ext uri="{BB962C8B-B14F-4D97-AF65-F5344CB8AC3E}">
        <p14:creationId xmlns:p14="http://schemas.microsoft.com/office/powerpoint/2010/main" val="529952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1B244-BDEB-6D55-7E50-AA9B1AA629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50BA1-4BA8-44CF-7B2C-DD64D1F86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C1A46-D88A-A886-AF10-C7FB53EADBA0}"/>
              </a:ext>
            </a:extLst>
          </p:cNvPr>
          <p:cNvSpPr>
            <a:spLocks noGrp="1"/>
          </p:cNvSpPr>
          <p:nvPr>
            <p:ph type="body" idx="1"/>
          </p:nvPr>
        </p:nvSpPr>
        <p:spPr/>
        <p:txBody>
          <a:bodyPr/>
          <a:lstStyle/>
          <a:p>
            <a:r>
              <a:rPr lang="en-US"/>
              <a:t>
Projenin kullanıcıyla doğrudan etkileşim kuran yüzü, C# ile geliştirilen Windows Forms tabanlı masaüstü uygulamasıdır. Bu uygulama, veri tabanında tutulan bilgilerin son kullanıcı tarafından kolayca yönetilebilmesini hedeflemiştir. Arayüzde kullanılan ComboBox kontrolleri sayesinde kullanıcılar, mevcut müşteri ve araç listesinden seçim yaparak hızlı bir şekilde kiralama işlemi gerçekleştirebilmektedir. Bu yaklaşım, hem kullanıcı hatalarını azaltmakta hem de veri bütünlüğünü desteklemektedir. Listeleme alanlarında aktif kiralamalar ve mevcut araçlar anlık olarak görüntülenebilmektedir. Uygulamanın çalışır haldeki ekran görüntüsünün slayta eklenmesi, sistemin yalnızca teorik değil, pratik olarak da tamamlandığını göstermektedir. Sunum notunda ifade edildiği üzere, projenin yalnızca SQL tarafında bırakılmaması, full‑stack bir bakış açısının benimsendiğini ortaya koymaktadır. Kullanıcı dostu bir arayüz tasarlamak, teknik olarak doğru bir veri tabanı kadar önemlidir. Bu nedenle buton yerleşimleri, form akışı ve geri bildirim mesajları dikkatli bir şekilde kurgulanmıştır. Sonuç olarak geliştirilen masaüstü uygulaması, veri tabanı ile uyumlu, stabil ve kullanılabilir bir yapı sunmaktadır.</a:t>
            </a:r>
          </a:p>
        </p:txBody>
      </p:sp>
      <p:sp>
        <p:nvSpPr>
          <p:cNvPr id="4" name="Slide Number Placeholder 3">
            <a:extLst>
              <a:ext uri="{FF2B5EF4-FFF2-40B4-BE49-F238E27FC236}">
                <a16:creationId xmlns:a16="http://schemas.microsoft.com/office/drawing/2014/main" id="{500BA791-0FDC-58C0-7079-EE840622A2C5}"/>
              </a:ext>
            </a:extLst>
          </p:cNvPr>
          <p:cNvSpPr>
            <a:spLocks noGrp="1"/>
          </p:cNvSpPr>
          <p:nvPr>
            <p:ph type="sldNum" sz="quarter" idx="5"/>
          </p:nvPr>
        </p:nvSpPr>
        <p:spPr/>
        <p:txBody>
          <a:bodyPr/>
          <a:lstStyle/>
          <a:p>
            <a:fld id="{17397016-7965-44AA-9C89-0689289D2923}" type="slidenum">
              <a:t>9</a:t>
            </a:fld>
            <a:endParaRPr lang="en-US"/>
          </a:p>
        </p:txBody>
      </p:sp>
    </p:spTree>
    <p:extLst>
      <p:ext uri="{BB962C8B-B14F-4D97-AF65-F5344CB8AC3E}">
        <p14:creationId xmlns:p14="http://schemas.microsoft.com/office/powerpoint/2010/main" val="2339202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Proje</a:t>
            </a:r>
            <a:r>
              <a:rPr lang="en-US" dirty="0"/>
              <a:t> </a:t>
            </a:r>
            <a:r>
              <a:rPr lang="en-US" dirty="0" err="1"/>
              <a:t>geliştirme</a:t>
            </a:r>
            <a:r>
              <a:rPr lang="en-US" dirty="0"/>
              <a:t> </a:t>
            </a:r>
            <a:r>
              <a:rPr lang="en-US" dirty="0" err="1"/>
              <a:t>süreci</a:t>
            </a:r>
            <a:r>
              <a:rPr lang="en-US" dirty="0"/>
              <a:t> </a:t>
            </a:r>
            <a:r>
              <a:rPr lang="en-US" dirty="0" err="1"/>
              <a:t>boyunca</a:t>
            </a:r>
            <a:r>
              <a:rPr lang="en-US" dirty="0"/>
              <a:t> </a:t>
            </a:r>
            <a:r>
              <a:rPr lang="en-US" dirty="0" err="1"/>
              <a:t>çeşitli</a:t>
            </a:r>
            <a:r>
              <a:rPr lang="en-US" dirty="0"/>
              <a:t> </a:t>
            </a:r>
            <a:r>
              <a:rPr lang="en-US" dirty="0" err="1"/>
              <a:t>teknik</a:t>
            </a:r>
            <a:r>
              <a:rPr lang="en-US" dirty="0"/>
              <a:t> </a:t>
            </a:r>
            <a:r>
              <a:rPr lang="en-US" dirty="0" err="1"/>
              <a:t>zorluklarla</a:t>
            </a:r>
            <a:r>
              <a:rPr lang="en-US" dirty="0"/>
              <a:t> </a:t>
            </a:r>
            <a:r>
              <a:rPr lang="en-US" dirty="0" err="1"/>
              <a:t>karşılaşılmış</a:t>
            </a:r>
            <a:r>
              <a:rPr lang="en-US" dirty="0"/>
              <a:t> </a:t>
            </a:r>
            <a:r>
              <a:rPr lang="en-US" dirty="0" err="1"/>
              <a:t>ve</a:t>
            </a:r>
            <a:r>
              <a:rPr lang="en-US" dirty="0"/>
              <a:t> </a:t>
            </a:r>
            <a:r>
              <a:rPr lang="en-US" dirty="0" err="1"/>
              <a:t>bu</a:t>
            </a:r>
            <a:r>
              <a:rPr lang="en-US" dirty="0"/>
              <a:t> </a:t>
            </a:r>
            <a:r>
              <a:rPr lang="en-US" dirty="0" err="1"/>
              <a:t>zorluklar</a:t>
            </a:r>
            <a:r>
              <a:rPr lang="en-US" dirty="0"/>
              <a:t>, </a:t>
            </a:r>
            <a:r>
              <a:rPr lang="en-US" dirty="0" err="1"/>
              <a:t>önemli</a:t>
            </a:r>
            <a:r>
              <a:rPr lang="en-US" dirty="0"/>
              <a:t> </a:t>
            </a:r>
            <a:r>
              <a:rPr lang="en-US" dirty="0" err="1"/>
              <a:t>öğrenme</a:t>
            </a:r>
            <a:r>
              <a:rPr lang="en-US" dirty="0"/>
              <a:t> </a:t>
            </a:r>
            <a:r>
              <a:rPr lang="en-US" dirty="0" err="1"/>
              <a:t>fırsatları</a:t>
            </a:r>
            <a:r>
              <a:rPr lang="en-US" dirty="0"/>
              <a:t> </a:t>
            </a:r>
            <a:r>
              <a:rPr lang="en-US" dirty="0" err="1"/>
              <a:t>sunmuştur</a:t>
            </a:r>
            <a:r>
              <a:rPr lang="en-US" dirty="0"/>
              <a:t>. </a:t>
            </a:r>
            <a:r>
              <a:rPr lang="en-US" dirty="0" err="1"/>
              <a:t>Bunlardan</a:t>
            </a:r>
            <a:r>
              <a:rPr lang="en-US" dirty="0"/>
              <a:t> </a:t>
            </a:r>
            <a:r>
              <a:rPr lang="en-US" dirty="0" err="1"/>
              <a:t>ilki</a:t>
            </a:r>
            <a:r>
              <a:rPr lang="en-US" dirty="0"/>
              <a:t>, C# </a:t>
            </a:r>
            <a:r>
              <a:rPr lang="en-US" dirty="0" err="1"/>
              <a:t>tarafında</a:t>
            </a:r>
            <a:r>
              <a:rPr lang="en-US" dirty="0"/>
              <a:t> </a:t>
            </a:r>
            <a:r>
              <a:rPr lang="en-US" dirty="0" err="1"/>
              <a:t>yapılan</a:t>
            </a:r>
            <a:r>
              <a:rPr lang="en-US" dirty="0"/>
              <a:t> </a:t>
            </a:r>
            <a:r>
              <a:rPr lang="en-US" dirty="0" err="1"/>
              <a:t>kopyala‑yapıştır</a:t>
            </a:r>
            <a:r>
              <a:rPr lang="en-US" dirty="0"/>
              <a:t> </a:t>
            </a:r>
            <a:r>
              <a:rPr lang="en-US" dirty="0" err="1"/>
              <a:t>işlemleri</a:t>
            </a:r>
            <a:r>
              <a:rPr lang="en-US" dirty="0"/>
              <a:t> </a:t>
            </a:r>
            <a:r>
              <a:rPr lang="en-US" dirty="0" err="1"/>
              <a:t>sonrasında</a:t>
            </a:r>
            <a:r>
              <a:rPr lang="en-US" dirty="0"/>
              <a:t> </a:t>
            </a:r>
            <a:r>
              <a:rPr lang="en-US" dirty="0" err="1"/>
              <a:t>ortaya</a:t>
            </a:r>
            <a:r>
              <a:rPr lang="en-US" dirty="0"/>
              <a:t> </a:t>
            </a:r>
            <a:r>
              <a:rPr lang="en-US" dirty="0" err="1"/>
              <a:t>çıkan</a:t>
            </a:r>
            <a:r>
              <a:rPr lang="en-US" dirty="0"/>
              <a:t> Namespace </a:t>
            </a:r>
            <a:r>
              <a:rPr lang="en-US" dirty="0" err="1"/>
              <a:t>uyuşmazlıklarıdır</a:t>
            </a:r>
            <a:r>
              <a:rPr lang="en-US" dirty="0"/>
              <a:t>. Bu </a:t>
            </a:r>
            <a:r>
              <a:rPr lang="en-US" dirty="0" err="1"/>
              <a:t>sorun</a:t>
            </a:r>
            <a:r>
              <a:rPr lang="en-US" dirty="0"/>
              <a:t>, </a:t>
            </a:r>
            <a:r>
              <a:rPr lang="en-US" dirty="0" err="1"/>
              <a:t>proje</a:t>
            </a:r>
            <a:r>
              <a:rPr lang="en-US" dirty="0"/>
              <a:t> </a:t>
            </a:r>
            <a:r>
              <a:rPr lang="en-US" dirty="0" err="1"/>
              <a:t>hiyerarşisinin</a:t>
            </a:r>
            <a:r>
              <a:rPr lang="en-US" dirty="0"/>
              <a:t> </a:t>
            </a:r>
            <a:r>
              <a:rPr lang="en-US" dirty="0" err="1"/>
              <a:t>detaylı</a:t>
            </a:r>
            <a:r>
              <a:rPr lang="en-US" dirty="0"/>
              <a:t> </a:t>
            </a:r>
            <a:r>
              <a:rPr lang="en-US" dirty="0" err="1"/>
              <a:t>incelenmesi</a:t>
            </a:r>
            <a:r>
              <a:rPr lang="en-US" dirty="0"/>
              <a:t> </a:t>
            </a:r>
            <a:r>
              <a:rPr lang="en-US" dirty="0" err="1"/>
              <a:t>ve</a:t>
            </a:r>
            <a:r>
              <a:rPr lang="en-US" dirty="0"/>
              <a:t> </a:t>
            </a:r>
            <a:r>
              <a:rPr lang="en-US" dirty="0" err="1"/>
              <a:t>isim</a:t>
            </a:r>
            <a:r>
              <a:rPr lang="en-US" dirty="0"/>
              <a:t> </a:t>
            </a:r>
            <a:r>
              <a:rPr lang="en-US" dirty="0" err="1"/>
              <a:t>alanlarının</a:t>
            </a:r>
            <a:r>
              <a:rPr lang="en-US" dirty="0"/>
              <a:t> </a:t>
            </a:r>
            <a:r>
              <a:rPr lang="en-US" dirty="0" err="1"/>
              <a:t>tutarlı</a:t>
            </a:r>
            <a:r>
              <a:rPr lang="en-US" dirty="0"/>
              <a:t> hale </a:t>
            </a:r>
            <a:r>
              <a:rPr lang="en-US" dirty="0" err="1"/>
              <a:t>getirilmesiyle</a:t>
            </a:r>
            <a:r>
              <a:rPr lang="en-US" dirty="0"/>
              <a:t> </a:t>
            </a:r>
            <a:r>
              <a:rPr lang="en-US" dirty="0" err="1"/>
              <a:t>çözülmüştür</a:t>
            </a:r>
            <a:r>
              <a:rPr lang="en-US" dirty="0"/>
              <a:t>. Bir </a:t>
            </a:r>
            <a:r>
              <a:rPr lang="en-US" dirty="0" err="1"/>
              <a:t>diğer</a:t>
            </a:r>
            <a:r>
              <a:rPr lang="en-US" dirty="0"/>
              <a:t> </a:t>
            </a:r>
            <a:r>
              <a:rPr lang="en-US" dirty="0" err="1"/>
              <a:t>önemli</a:t>
            </a:r>
            <a:r>
              <a:rPr lang="en-US" dirty="0"/>
              <a:t> problem </a:t>
            </a:r>
            <a:r>
              <a:rPr lang="en-US" dirty="0" err="1"/>
              <a:t>ise</a:t>
            </a:r>
            <a:r>
              <a:rPr lang="en-US" dirty="0"/>
              <a:t> </a:t>
            </a:r>
            <a:r>
              <a:rPr lang="en-US" dirty="0" err="1"/>
              <a:t>mükerrer</a:t>
            </a:r>
            <a:r>
              <a:rPr lang="en-US" dirty="0"/>
              <a:t> </a:t>
            </a:r>
            <a:r>
              <a:rPr lang="en-US" dirty="0" err="1"/>
              <a:t>kayıtların</a:t>
            </a:r>
            <a:r>
              <a:rPr lang="en-US" dirty="0"/>
              <a:t> </a:t>
            </a:r>
            <a:r>
              <a:rPr lang="en-US" dirty="0" err="1"/>
              <a:t>listelenmesi</a:t>
            </a:r>
            <a:r>
              <a:rPr lang="en-US" dirty="0"/>
              <a:t> </a:t>
            </a:r>
            <a:r>
              <a:rPr lang="en-US" dirty="0" err="1"/>
              <a:t>olmuştur</a:t>
            </a:r>
            <a:r>
              <a:rPr lang="en-US" dirty="0"/>
              <a:t>. Bu durum, </a:t>
            </a:r>
            <a:r>
              <a:rPr lang="en-US" dirty="0" err="1"/>
              <a:t>veri</a:t>
            </a:r>
            <a:r>
              <a:rPr lang="en-US" dirty="0"/>
              <a:t> </a:t>
            </a:r>
            <a:r>
              <a:rPr lang="en-US" dirty="0" err="1"/>
              <a:t>tabanında</a:t>
            </a:r>
            <a:r>
              <a:rPr lang="en-US" dirty="0"/>
              <a:t> </a:t>
            </a:r>
            <a:r>
              <a:rPr lang="en-US" dirty="0" err="1"/>
              <a:t>yeterli</a:t>
            </a:r>
            <a:r>
              <a:rPr lang="en-US" dirty="0"/>
              <a:t> </a:t>
            </a:r>
            <a:r>
              <a:rPr lang="en-US" dirty="0" err="1"/>
              <a:t>kısıtlamaların</a:t>
            </a:r>
            <a:r>
              <a:rPr lang="en-US" dirty="0"/>
              <a:t> </a:t>
            </a:r>
            <a:r>
              <a:rPr lang="en-US" dirty="0" err="1"/>
              <a:t>tanımlı</a:t>
            </a:r>
            <a:r>
              <a:rPr lang="en-US" dirty="0"/>
              <a:t> </a:t>
            </a:r>
            <a:r>
              <a:rPr lang="en-US" dirty="0" err="1"/>
              <a:t>olmamasından</a:t>
            </a:r>
            <a:r>
              <a:rPr lang="en-US" dirty="0"/>
              <a:t> </a:t>
            </a:r>
            <a:r>
              <a:rPr lang="en-US" dirty="0" err="1"/>
              <a:t>kaynaklanmıştır</a:t>
            </a:r>
            <a:r>
              <a:rPr lang="en-US" dirty="0"/>
              <a:t>. </a:t>
            </a:r>
            <a:r>
              <a:rPr lang="en-US" dirty="0" err="1"/>
              <a:t>Çözüm</a:t>
            </a:r>
            <a:r>
              <a:rPr lang="en-US" dirty="0"/>
              <a:t> </a:t>
            </a:r>
            <a:r>
              <a:rPr lang="en-US" dirty="0" err="1"/>
              <a:t>olarak</a:t>
            </a:r>
            <a:r>
              <a:rPr lang="en-US" dirty="0"/>
              <a:t> </a:t>
            </a:r>
            <a:r>
              <a:rPr lang="en-US" dirty="0" err="1"/>
              <a:t>tablo</a:t>
            </a:r>
            <a:r>
              <a:rPr lang="en-US" dirty="0"/>
              <a:t> </a:t>
            </a:r>
            <a:r>
              <a:rPr lang="en-US" dirty="0" err="1"/>
              <a:t>verileri</a:t>
            </a:r>
            <a:r>
              <a:rPr lang="en-US" dirty="0"/>
              <a:t> </a:t>
            </a:r>
            <a:r>
              <a:rPr lang="en-US" dirty="0" err="1"/>
              <a:t>temizlenmiş</a:t>
            </a:r>
            <a:r>
              <a:rPr lang="en-US" dirty="0"/>
              <a:t>, Identity </a:t>
            </a:r>
            <a:r>
              <a:rPr lang="en-US" dirty="0" err="1"/>
              <a:t>sayaçları</a:t>
            </a:r>
            <a:r>
              <a:rPr lang="en-US" dirty="0"/>
              <a:t> </a:t>
            </a:r>
            <a:r>
              <a:rPr lang="en-US" dirty="0" err="1"/>
              <a:t>düzenlenmiş</a:t>
            </a:r>
            <a:r>
              <a:rPr lang="en-US" dirty="0"/>
              <a:t> </a:t>
            </a:r>
            <a:r>
              <a:rPr lang="en-US" dirty="0" err="1"/>
              <a:t>ve</a:t>
            </a:r>
            <a:r>
              <a:rPr lang="en-US" dirty="0"/>
              <a:t> UNIQUE </a:t>
            </a:r>
            <a:r>
              <a:rPr lang="en-US" dirty="0" err="1"/>
              <a:t>Constraint’ler</a:t>
            </a:r>
            <a:r>
              <a:rPr lang="en-US" dirty="0"/>
              <a:t> </a:t>
            </a:r>
            <a:r>
              <a:rPr lang="en-US" dirty="0" err="1"/>
              <a:t>eklenmiştir</a:t>
            </a:r>
            <a:r>
              <a:rPr lang="en-US" dirty="0"/>
              <a:t>. </a:t>
            </a:r>
            <a:r>
              <a:rPr lang="en-US" dirty="0" err="1"/>
              <a:t>Sunum</a:t>
            </a:r>
            <a:r>
              <a:rPr lang="en-US" dirty="0"/>
              <a:t> </a:t>
            </a:r>
            <a:r>
              <a:rPr lang="en-US" dirty="0" err="1"/>
              <a:t>notunda</a:t>
            </a:r>
            <a:r>
              <a:rPr lang="en-US" dirty="0"/>
              <a:t> da </a:t>
            </a:r>
            <a:r>
              <a:rPr lang="en-US" dirty="0" err="1"/>
              <a:t>vurgulandığı</a:t>
            </a:r>
            <a:r>
              <a:rPr lang="en-US" dirty="0"/>
              <a:t> </a:t>
            </a:r>
            <a:r>
              <a:rPr lang="en-US" dirty="0" err="1"/>
              <a:t>gibi</a:t>
            </a:r>
            <a:r>
              <a:rPr lang="en-US" dirty="0"/>
              <a:t>, </a:t>
            </a:r>
            <a:r>
              <a:rPr lang="en-US" dirty="0" err="1"/>
              <a:t>bu</a:t>
            </a:r>
            <a:r>
              <a:rPr lang="en-US" dirty="0"/>
              <a:t> </a:t>
            </a:r>
            <a:r>
              <a:rPr lang="en-US" dirty="0" err="1"/>
              <a:t>hatalar</a:t>
            </a:r>
            <a:r>
              <a:rPr lang="en-US" dirty="0"/>
              <a:t> </a:t>
            </a:r>
            <a:r>
              <a:rPr lang="en-US" dirty="0" err="1"/>
              <a:t>geliştiriciye</a:t>
            </a:r>
            <a:r>
              <a:rPr lang="en-US" dirty="0"/>
              <a:t> </a:t>
            </a:r>
            <a:r>
              <a:rPr lang="en-US" dirty="0" err="1"/>
              <a:t>veri</a:t>
            </a:r>
            <a:r>
              <a:rPr lang="en-US" dirty="0"/>
              <a:t> </a:t>
            </a:r>
            <a:r>
              <a:rPr lang="en-US" dirty="0" err="1"/>
              <a:t>tabanı</a:t>
            </a:r>
            <a:r>
              <a:rPr lang="en-US" dirty="0"/>
              <a:t> </a:t>
            </a:r>
            <a:r>
              <a:rPr lang="en-US" dirty="0" err="1"/>
              <a:t>kısıtlamalarının</a:t>
            </a:r>
            <a:r>
              <a:rPr lang="en-US" dirty="0"/>
              <a:t> </a:t>
            </a:r>
            <a:r>
              <a:rPr lang="en-US" dirty="0" err="1"/>
              <a:t>ve</a:t>
            </a:r>
            <a:r>
              <a:rPr lang="en-US" dirty="0"/>
              <a:t> </a:t>
            </a:r>
            <a:r>
              <a:rPr lang="en-US" dirty="0" err="1"/>
              <a:t>doğru</a:t>
            </a:r>
            <a:r>
              <a:rPr lang="en-US" dirty="0"/>
              <a:t> </a:t>
            </a:r>
            <a:r>
              <a:rPr lang="en-US" dirty="0" err="1"/>
              <a:t>mimarinin</a:t>
            </a:r>
            <a:r>
              <a:rPr lang="en-US" dirty="0"/>
              <a:t> ne </a:t>
            </a:r>
            <a:r>
              <a:rPr lang="en-US" dirty="0" err="1"/>
              <a:t>kadar</a:t>
            </a:r>
            <a:r>
              <a:rPr lang="en-US" dirty="0"/>
              <a:t> </a:t>
            </a:r>
            <a:r>
              <a:rPr lang="en-US" dirty="0" err="1"/>
              <a:t>kritik</a:t>
            </a:r>
            <a:r>
              <a:rPr lang="en-US" dirty="0"/>
              <a:t> </a:t>
            </a:r>
            <a:r>
              <a:rPr lang="en-US" dirty="0" err="1"/>
              <a:t>olduğunu</a:t>
            </a:r>
            <a:r>
              <a:rPr lang="en-US" dirty="0"/>
              <a:t> </a:t>
            </a:r>
            <a:r>
              <a:rPr lang="en-US" dirty="0" err="1"/>
              <a:t>göstermiştir</a:t>
            </a:r>
            <a:r>
              <a:rPr lang="en-US" dirty="0"/>
              <a:t>. </a:t>
            </a:r>
            <a:r>
              <a:rPr lang="en-US" dirty="0" err="1"/>
              <a:t>Projenin</a:t>
            </a:r>
            <a:r>
              <a:rPr lang="en-US" dirty="0"/>
              <a:t> son </a:t>
            </a:r>
            <a:r>
              <a:rPr lang="en-US" dirty="0" err="1"/>
              <a:t>slaytı</a:t>
            </a:r>
            <a:r>
              <a:rPr lang="en-US" dirty="0"/>
              <a:t> </a:t>
            </a:r>
            <a:r>
              <a:rPr lang="en-US" dirty="0" err="1"/>
              <a:t>olan</a:t>
            </a:r>
            <a:r>
              <a:rPr lang="en-US" dirty="0"/>
              <a:t> </a:t>
            </a:r>
            <a:r>
              <a:rPr lang="en-US" dirty="0" err="1"/>
              <a:t>teşekkür</a:t>
            </a:r>
            <a:r>
              <a:rPr lang="en-US" dirty="0"/>
              <a:t> </a:t>
            </a:r>
            <a:r>
              <a:rPr lang="en-US" dirty="0" err="1"/>
              <a:t>ve</a:t>
            </a:r>
            <a:r>
              <a:rPr lang="en-US" dirty="0"/>
              <a:t> </a:t>
            </a:r>
            <a:r>
              <a:rPr lang="en-US" dirty="0" err="1"/>
              <a:t>soru‑cevap</a:t>
            </a:r>
            <a:r>
              <a:rPr lang="en-US" dirty="0"/>
              <a:t> </a:t>
            </a:r>
            <a:r>
              <a:rPr lang="en-US" dirty="0" err="1"/>
              <a:t>bölümü</a:t>
            </a:r>
            <a:r>
              <a:rPr lang="en-US" dirty="0"/>
              <a:t> </a:t>
            </a:r>
            <a:r>
              <a:rPr lang="en-US" dirty="0" err="1"/>
              <a:t>ise</a:t>
            </a:r>
            <a:r>
              <a:rPr lang="en-US" dirty="0"/>
              <a:t> </a:t>
            </a:r>
            <a:r>
              <a:rPr lang="en-US" dirty="0" err="1"/>
              <a:t>çalışmanın</a:t>
            </a:r>
            <a:r>
              <a:rPr lang="en-US" dirty="0"/>
              <a:t> </a:t>
            </a:r>
            <a:r>
              <a:rPr lang="en-US" dirty="0" err="1"/>
              <a:t>tamamlandığını</a:t>
            </a:r>
            <a:r>
              <a:rPr lang="en-US" dirty="0"/>
              <a:t> </a:t>
            </a:r>
            <a:r>
              <a:rPr lang="en-US" dirty="0" err="1"/>
              <a:t>ve</a:t>
            </a:r>
            <a:r>
              <a:rPr lang="en-US" dirty="0"/>
              <a:t> </a:t>
            </a:r>
            <a:r>
              <a:rPr lang="en-US" dirty="0" err="1"/>
              <a:t>değerlendirilmeye</a:t>
            </a:r>
            <a:r>
              <a:rPr lang="en-US" dirty="0"/>
              <a:t> </a:t>
            </a:r>
            <a:r>
              <a:rPr lang="en-US" dirty="0" err="1"/>
              <a:t>hazır</a:t>
            </a:r>
            <a:r>
              <a:rPr lang="en-US" dirty="0"/>
              <a:t> </a:t>
            </a:r>
            <a:r>
              <a:rPr lang="en-US" dirty="0" err="1"/>
              <a:t>olduğunu</a:t>
            </a:r>
            <a:r>
              <a:rPr lang="en-US" dirty="0"/>
              <a:t> </a:t>
            </a:r>
            <a:r>
              <a:rPr lang="en-US" dirty="0" err="1"/>
              <a:t>ifade</a:t>
            </a:r>
            <a:r>
              <a:rPr lang="en-US" dirty="0"/>
              <a:t> </a:t>
            </a:r>
            <a:r>
              <a:rPr lang="en-US" dirty="0" err="1"/>
              <a:t>etmektedir</a:t>
            </a:r>
            <a:r>
              <a:rPr lang="en-US" dirty="0"/>
              <a:t>. </a:t>
            </a:r>
            <a:r>
              <a:rPr lang="en-US" dirty="0" err="1"/>
              <a:t>Dinleyicilere</a:t>
            </a:r>
            <a:r>
              <a:rPr lang="en-US" dirty="0"/>
              <a:t> </a:t>
            </a:r>
            <a:r>
              <a:rPr lang="en-US" dirty="0" err="1"/>
              <a:t>teşekkür</a:t>
            </a:r>
            <a:r>
              <a:rPr lang="en-US" dirty="0"/>
              <a:t> </a:t>
            </a:r>
            <a:r>
              <a:rPr lang="en-US" dirty="0" err="1"/>
              <a:t>edilerek</a:t>
            </a:r>
            <a:r>
              <a:rPr lang="en-US" dirty="0"/>
              <a:t>, </a:t>
            </a:r>
            <a:r>
              <a:rPr lang="en-US" dirty="0" err="1"/>
              <a:t>projeyle</a:t>
            </a:r>
            <a:r>
              <a:rPr lang="en-US" dirty="0"/>
              <a:t> </a:t>
            </a:r>
            <a:r>
              <a:rPr lang="en-US" dirty="0" err="1"/>
              <a:t>ilgili</a:t>
            </a:r>
            <a:r>
              <a:rPr lang="en-US" dirty="0"/>
              <a:t> </a:t>
            </a:r>
            <a:r>
              <a:rPr lang="en-US" dirty="0" err="1"/>
              <a:t>sorulara</a:t>
            </a:r>
            <a:r>
              <a:rPr lang="en-US" dirty="0"/>
              <a:t> </a:t>
            </a:r>
            <a:r>
              <a:rPr lang="en-US" dirty="0" err="1"/>
              <a:t>açık</a:t>
            </a:r>
            <a:r>
              <a:rPr lang="en-US" dirty="0"/>
              <a:t> </a:t>
            </a:r>
            <a:r>
              <a:rPr lang="en-US" dirty="0" err="1"/>
              <a:t>olunduğu</a:t>
            </a:r>
            <a:r>
              <a:rPr lang="en-US" dirty="0"/>
              <a:t> </a:t>
            </a:r>
            <a:r>
              <a:rPr lang="en-US" dirty="0" err="1"/>
              <a:t>belirtilmektedir</a:t>
            </a:r>
            <a:r>
              <a:rPr lang="en-US" dirty="0"/>
              <a:t>. Genel </a:t>
            </a:r>
            <a:r>
              <a:rPr lang="en-US" dirty="0" err="1"/>
              <a:t>olarak</a:t>
            </a:r>
            <a:r>
              <a:rPr lang="en-US" dirty="0"/>
              <a:t> </a:t>
            </a:r>
            <a:r>
              <a:rPr lang="en-US" dirty="0" err="1"/>
              <a:t>bakıldığında</a:t>
            </a:r>
            <a:r>
              <a:rPr lang="en-US" dirty="0"/>
              <a:t>, </a:t>
            </a:r>
            <a:r>
              <a:rPr lang="en-US" dirty="0" err="1"/>
              <a:t>bu</a:t>
            </a:r>
            <a:r>
              <a:rPr lang="en-US" dirty="0"/>
              <a:t> </a:t>
            </a:r>
            <a:r>
              <a:rPr lang="en-US" dirty="0" err="1"/>
              <a:t>proje</a:t>
            </a:r>
            <a:r>
              <a:rPr lang="en-US" dirty="0"/>
              <a:t> hem </a:t>
            </a:r>
            <a:r>
              <a:rPr lang="en-US" dirty="0" err="1"/>
              <a:t>teknik</a:t>
            </a:r>
            <a:r>
              <a:rPr lang="en-US" dirty="0"/>
              <a:t> </a:t>
            </a:r>
            <a:r>
              <a:rPr lang="en-US" dirty="0" err="1"/>
              <a:t>bilgi</a:t>
            </a:r>
            <a:r>
              <a:rPr lang="en-US" dirty="0"/>
              <a:t> hem de problem </a:t>
            </a:r>
            <a:r>
              <a:rPr lang="en-US" dirty="0" err="1"/>
              <a:t>çözme</a:t>
            </a:r>
            <a:r>
              <a:rPr lang="en-US" dirty="0"/>
              <a:t> </a:t>
            </a:r>
            <a:r>
              <a:rPr lang="en-US" dirty="0" err="1"/>
              <a:t>becerisi</a:t>
            </a:r>
            <a:r>
              <a:rPr lang="en-US" dirty="0"/>
              <a:t> </a:t>
            </a:r>
            <a:r>
              <a:rPr lang="en-US" dirty="0" err="1"/>
              <a:t>açısından</a:t>
            </a:r>
            <a:r>
              <a:rPr lang="en-US" dirty="0"/>
              <a:t> </a:t>
            </a:r>
            <a:r>
              <a:rPr lang="en-US" dirty="0" err="1"/>
              <a:t>önemli</a:t>
            </a:r>
            <a:r>
              <a:rPr lang="en-US" dirty="0"/>
              <a:t> </a:t>
            </a:r>
            <a:r>
              <a:rPr lang="en-US" dirty="0" err="1"/>
              <a:t>kazanımlar</a:t>
            </a:r>
            <a:r>
              <a:rPr lang="en-US" dirty="0"/>
              <a:t> </a:t>
            </a:r>
            <a:r>
              <a:rPr lang="en-US" dirty="0" err="1"/>
              <a:t>sağlamış</a:t>
            </a:r>
            <a:r>
              <a:rPr lang="en-US" dirty="0"/>
              <a:t>, </a:t>
            </a:r>
            <a:r>
              <a:rPr lang="en-US" dirty="0" err="1"/>
              <a:t>ders</a:t>
            </a:r>
            <a:r>
              <a:rPr lang="en-US" dirty="0"/>
              <a:t> </a:t>
            </a:r>
            <a:r>
              <a:rPr lang="en-US" dirty="0" err="1"/>
              <a:t>kapsamında</a:t>
            </a:r>
            <a:r>
              <a:rPr lang="en-US" dirty="0"/>
              <a:t> </a:t>
            </a:r>
            <a:r>
              <a:rPr lang="en-US" dirty="0" err="1"/>
              <a:t>öğrenilen</a:t>
            </a:r>
            <a:r>
              <a:rPr lang="en-US" dirty="0"/>
              <a:t> </a:t>
            </a:r>
            <a:r>
              <a:rPr lang="en-US" dirty="0" err="1"/>
              <a:t>kavramların</a:t>
            </a:r>
            <a:r>
              <a:rPr lang="en-US" dirty="0"/>
              <a:t> </a:t>
            </a:r>
            <a:r>
              <a:rPr lang="en-US" dirty="0" err="1"/>
              <a:t>somut</a:t>
            </a:r>
            <a:r>
              <a:rPr lang="en-US" dirty="0"/>
              <a:t> </a:t>
            </a:r>
            <a:r>
              <a:rPr lang="en-US" dirty="0" err="1"/>
              <a:t>bir</a:t>
            </a:r>
            <a:r>
              <a:rPr lang="en-US" dirty="0"/>
              <a:t> </a:t>
            </a:r>
            <a:r>
              <a:rPr lang="en-US" dirty="0" err="1"/>
              <a:t>ürün</a:t>
            </a:r>
            <a:r>
              <a:rPr lang="en-US" dirty="0"/>
              <a:t> </a:t>
            </a:r>
            <a:r>
              <a:rPr lang="en-US" dirty="0" err="1"/>
              <a:t>haline</a:t>
            </a:r>
            <a:r>
              <a:rPr lang="en-US" dirty="0"/>
              <a:t> </a:t>
            </a:r>
            <a:r>
              <a:rPr lang="en-US" dirty="0" err="1"/>
              <a:t>gelmesine</a:t>
            </a:r>
            <a:r>
              <a:rPr lang="en-US" dirty="0"/>
              <a:t> </a:t>
            </a:r>
            <a:r>
              <a:rPr lang="en-US" dirty="0" err="1"/>
              <a:t>olanak</a:t>
            </a:r>
            <a:r>
              <a:rPr lang="en-US" dirty="0"/>
              <a:t> </a:t>
            </a:r>
            <a:r>
              <a:rPr lang="en-US" dirty="0" err="1"/>
              <a:t>tanımıştır</a:t>
            </a:r>
            <a:r>
              <a:rPr lang="en-US" dirty="0"/>
              <a:t>.</a:t>
            </a:r>
          </a:p>
        </p:txBody>
      </p:sp>
      <p:sp>
        <p:nvSpPr>
          <p:cNvPr id="4" name="Slide Number Placeholder 3"/>
          <p:cNvSpPr>
            <a:spLocks noGrp="1"/>
          </p:cNvSpPr>
          <p:nvPr>
            <p:ph type="sldNum" sz="quarter" idx="5"/>
          </p:nvPr>
        </p:nvSpPr>
        <p:spPr/>
        <p:txBody>
          <a:bodyPr/>
          <a:lstStyle/>
          <a:p>
            <a:fld id="{17397016-7965-44AA-9C89-0689289D2923}" type="slidenum">
              <a:t>10</a:t>
            </a:fld>
            <a:endParaRPr lang="en-US"/>
          </a:p>
        </p:txBody>
      </p:sp>
    </p:spTree>
    <p:extLst>
      <p:ext uri="{BB962C8B-B14F-4D97-AF65-F5344CB8AC3E}">
        <p14:creationId xmlns:p14="http://schemas.microsoft.com/office/powerpoint/2010/main" val="3528480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şlık">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rtlCol="0" anchor="b">
            <a:noAutofit/>
          </a:bodyPr>
          <a:lstStyle>
            <a:lvl1pPr>
              <a:defRPr sz="5200"/>
            </a:lvl1pPr>
          </a:lstStyle>
          <a:p>
            <a:pPr rtl="0"/>
            <a:r>
              <a:rPr lang="tr"/>
              <a:t>Asıl başlık stilini düzenlemek için tıklayın</a:t>
            </a:r>
          </a:p>
        </p:txBody>
      </p:sp>
      <p:sp>
        <p:nvSpPr>
          <p:cNvPr id="17" name="Alt Başlık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rtl="0"/>
            <a:r>
              <a:rPr lang="tr"/>
              <a:t>Asıl alt başlık stilini düzenlemek için tıklatın</a:t>
            </a:r>
          </a:p>
        </p:txBody>
      </p:sp>
      <p:sp>
        <p:nvSpPr>
          <p:cNvPr id="8" name="Serbest Form: Şekil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Serbest Biçim: Şekil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Serbest Form: Şekil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Serbest Biçim: Şekil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Serbest Biçim: Şekil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Serbest Form: Şekil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Serbest Biçim: Şekil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Serbest Form: Şekil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9582979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çerik">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634030" y="634999"/>
            <a:ext cx="10923934" cy="1113476"/>
          </a:xfrm>
        </p:spPr>
        <p:txBody>
          <a:bodyPr rtlCol="0" anchor="t"/>
          <a:lstStyle/>
          <a:p>
            <a:pPr rtl="0"/>
            <a:r>
              <a:rPr lang="tr"/>
              <a:t>Asıl başlık stilini düzenlemek için tıklayın</a:t>
            </a:r>
          </a:p>
        </p:txBody>
      </p:sp>
      <p:sp>
        <p:nvSpPr>
          <p:cNvPr id="9" name="İçerik Yer Tutucusu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p:cNvSpPr>
            <a:spLocks noGrp="1"/>
          </p:cNvSpPr>
          <p:nvPr>
            <p:ph type="dt" sz="half" idx="10"/>
          </p:nvPr>
        </p:nvSpPr>
        <p:spPr/>
        <p:txBody>
          <a:bodyPr rtlCol="0"/>
          <a:lstStyle/>
          <a:p>
            <a:pPr rtl="0"/>
            <a:r>
              <a:rPr lang="en-US"/>
              <a:t>12/6/2025</a:t>
            </a:r>
          </a:p>
        </p:txBody>
      </p:sp>
      <p:sp>
        <p:nvSpPr>
          <p:cNvPr id="4" name="Alt Bilgi Yer Tutucusu 3"/>
          <p:cNvSpPr>
            <a:spLocks noGrp="1"/>
          </p:cNvSpPr>
          <p:nvPr>
            <p:ph type="ftr" sz="quarter" idx="11"/>
          </p:nvPr>
        </p:nvSpPr>
        <p:spPr/>
        <p:txBody>
          <a:bodyPr rtlCol="0"/>
          <a:lstStyle/>
          <a:p>
            <a:pPr rtl="0"/>
            <a:endParaRPr lang="en-US"/>
          </a:p>
        </p:txBody>
      </p:sp>
      <p:sp>
        <p:nvSpPr>
          <p:cNvPr id="5" name="Slayt Numarası Yer Tutucusu 4"/>
          <p:cNvSpPr>
            <a:spLocks noGrp="1"/>
          </p:cNvSpPr>
          <p:nvPr>
            <p:ph type="sldNum" sz="quarter" idx="12"/>
          </p:nvPr>
        </p:nvSpPr>
        <p:spPr/>
        <p:txBody>
          <a:bodyPr rtlCol="0"/>
          <a:lstStyle/>
          <a:p>
            <a:pPr rtl="0"/>
            <a:fld id="{48F63A3B-78C7-47BE-AE5E-E10140E04643}" type="slidenum">
              <a:rPr lang="en-US" dirty="0"/>
              <a:t>‹#›</a:t>
            </a:fld>
            <a:endParaRPr lang="en-US"/>
          </a:p>
        </p:txBody>
      </p:sp>
    </p:spTree>
    <p:extLst>
      <p:ext uri="{BB962C8B-B14F-4D97-AF65-F5344CB8AC3E}">
        <p14:creationId xmlns:p14="http://schemas.microsoft.com/office/powerpoint/2010/main" val="255522846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şlık 2">
    <p:bg>
      <p:bgRef idx="1001">
        <a:schemeClr val="bg2"/>
      </p:bgRef>
    </p:bg>
    <p:spTree>
      <p:nvGrpSpPr>
        <p:cNvPr id="1" name=""/>
        <p:cNvGrpSpPr/>
        <p:nvPr/>
      </p:nvGrpSpPr>
      <p:grpSpPr>
        <a:xfrm>
          <a:off x="0" y="0"/>
          <a:ext cx="0" cy="0"/>
          <a:chOff x="0" y="0"/>
          <a:chExt cx="0" cy="0"/>
        </a:xfrm>
      </p:grpSpPr>
      <p:sp>
        <p:nvSpPr>
          <p:cNvPr id="3" name="Başlık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rtlCol="0" anchor="b">
            <a:noAutofit/>
          </a:bodyPr>
          <a:lstStyle>
            <a:lvl1pPr>
              <a:defRPr sz="5200"/>
            </a:lvl1pPr>
          </a:lstStyle>
          <a:p>
            <a:pPr rtl="0"/>
            <a:r>
              <a:rPr lang="tr"/>
              <a:t>Asıl başlık stilini düzenlemek için tıklayın</a:t>
            </a:r>
          </a:p>
        </p:txBody>
      </p:sp>
      <p:sp>
        <p:nvSpPr>
          <p:cNvPr id="4" name="Alt Başlık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rtl="0"/>
            <a:r>
              <a:rPr lang="tr"/>
              <a:t>Asıl alt başlık stilini düzenlemek için tıklatın</a:t>
            </a:r>
          </a:p>
        </p:txBody>
      </p:sp>
      <p:sp>
        <p:nvSpPr>
          <p:cNvPr id="8" name="Serbest Form: Şekil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Serbest Biçim: Şekil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Serbest Form: Şekil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Serbest Biçim: Şekil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Serbest Biçim: Şekil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Serbest Form: Şekil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Serbest Biçim: Şekil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Serbest Form: Şekil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9549418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aşlık 3">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ctrTitle"/>
          </p:nvPr>
        </p:nvSpPr>
        <p:spPr>
          <a:xfrm>
            <a:off x="1577006" y="1122363"/>
            <a:ext cx="9037984" cy="2859402"/>
          </a:xfrm>
        </p:spPr>
        <p:txBody>
          <a:bodyPr rtlCol="0" anchor="b">
            <a:normAutofit/>
          </a:bodyPr>
          <a:lstStyle>
            <a:lvl1pPr algn="ctr">
              <a:defRPr sz="6000"/>
            </a:lvl1pPr>
          </a:lstStyle>
          <a:p>
            <a:pPr rtl="0"/>
            <a:r>
              <a:rPr lang="tr"/>
              <a:t>Asıl başlık stilini düzenlemek için tıklayın</a:t>
            </a:r>
          </a:p>
        </p:txBody>
      </p:sp>
      <p:sp>
        <p:nvSpPr>
          <p:cNvPr id="3" name="Alt Başlık 2"/>
          <p:cNvSpPr>
            <a:spLocks noGrp="1"/>
          </p:cNvSpPr>
          <p:nvPr>
            <p:ph type="subTitle" idx="1"/>
          </p:nvPr>
        </p:nvSpPr>
        <p:spPr>
          <a:xfrm>
            <a:off x="3462961" y="4362765"/>
            <a:ext cx="5266084" cy="1112519"/>
          </a:xfrm>
        </p:spPr>
        <p:txBody>
          <a:bodyPr rtlCol="0">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
              <a:t>Asıl alt başlık stilini düzenlemek için tıklatın</a:t>
            </a:r>
          </a:p>
        </p:txBody>
      </p:sp>
      <p:sp>
        <p:nvSpPr>
          <p:cNvPr id="59" name="Serbest Form: Şekil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7" name="Serbest Form: Şekil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4" name="Serbest Form: Şekil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5" name="Serbest Biçim: Şekil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4" name="Serbest Form: Şekil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2" name="Serbest Form: Şekil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31642811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şlık 4">
    <p:bg>
      <p:bgRef idx="1001">
        <a:schemeClr val="bg2"/>
      </p:bgRef>
    </p:bg>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rtlCol="0" anchor="b">
            <a:noAutofit/>
          </a:bodyPr>
          <a:lstStyle>
            <a:lvl1pPr>
              <a:defRPr sz="6000"/>
            </a:lvl1pPr>
          </a:lstStyle>
          <a:p>
            <a:pPr rtl="0"/>
            <a:r>
              <a:rPr lang="tr"/>
              <a:t>Asıl başlık stilini düzenlemek için tıklayın</a:t>
            </a:r>
          </a:p>
        </p:txBody>
      </p:sp>
      <p:sp>
        <p:nvSpPr>
          <p:cNvPr id="7" name="Alt Başlık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rtl="0"/>
            <a:r>
              <a:rPr lang="tr"/>
              <a:t>Asıl alt başlık stilini düzenlemek için tıklatın</a:t>
            </a:r>
          </a:p>
        </p:txBody>
      </p:sp>
      <p:sp>
        <p:nvSpPr>
          <p:cNvPr id="26" name="Serbest Biçim: Şekil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5" name="Serbest Biçim: Şekil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4" name="Serbest Form: Şekil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2" name="Serbest Form: Şekil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9" name="Serbest Form: Şekil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4426763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simli Başlık">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rtl="0"/>
            <a:r>
              <a:rPr lang="tr"/>
              <a:t>Asıl başlık stilini düzenlemek için tıklayın</a:t>
            </a:r>
          </a:p>
        </p:txBody>
      </p:sp>
      <p:sp>
        <p:nvSpPr>
          <p:cNvPr id="3" name="Alt Başlık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rtl="0"/>
            <a:r>
              <a:rPr lang="tr"/>
              <a:t>Asıl alt başlık stilini düzenlemek için tıklatın</a:t>
            </a:r>
          </a:p>
        </p:txBody>
      </p:sp>
      <p:sp>
        <p:nvSpPr>
          <p:cNvPr id="48" name="Resim Yer Tutucusu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a:alphaModFix amt="85000"/>
            </a:blip>
            <a:srcRect/>
            <a:stretch>
              <a:fillRect t="-52745" b="-48807"/>
            </a:stretch>
          </a:blipFill>
        </p:spPr>
        <p:txBody>
          <a:bodyPr wrap="square" rtlCol="0">
            <a:noAutofit/>
          </a:bodyPr>
          <a:lstStyle>
            <a:lvl1pPr marL="0" indent="0">
              <a:buNone/>
              <a:defRPr/>
            </a:lvl1pPr>
          </a:lstStyle>
          <a:p>
            <a:pPr rtl="0"/>
            <a:r>
              <a:rPr lang="tr"/>
              <a:t>   </a:t>
            </a:r>
          </a:p>
        </p:txBody>
      </p:sp>
      <p:sp>
        <p:nvSpPr>
          <p:cNvPr id="32" name="Serbest Form: Şekil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4" name="Serbest Form: Şekil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Serbest Form: Şekil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8" name="Serbest Form: Şekil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5" name="Serbest Form: Şekil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0" name="Serbest Form: Şekil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9" name="Serbest Form: Şekil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3491646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simli Başlık 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rtl="0"/>
            <a:r>
              <a:rPr lang="tr"/>
              <a:t>Asıl başlık stilini düzenlemek için tıklayın</a:t>
            </a:r>
          </a:p>
        </p:txBody>
      </p:sp>
      <p:sp>
        <p:nvSpPr>
          <p:cNvPr id="3" name="Alt Başlık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rtl="0"/>
            <a:r>
              <a:rPr lang="tr"/>
              <a:t>Asıl alt başlık stilini düzenlemek için tıklatın</a:t>
            </a:r>
          </a:p>
        </p:txBody>
      </p:sp>
      <p:sp>
        <p:nvSpPr>
          <p:cNvPr id="77" name="Resim Yer Tutucusu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a:alphaModFix amt="85000"/>
            </a:blip>
            <a:srcRect/>
            <a:stretch>
              <a:fillRect l="-52885" t="-11212" r="-53801"/>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53" name="Serbest Form: Şekil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1" name="Serbest Form: Şekil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7" name="Serbest Form: Şekil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6" name="Serbest Form: Şekil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Serbest Form: Şekil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3" name="Serbest Form: Şekil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9" name="Serbest Form: Şekil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7" name="Serbest Form: Şekil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0696886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simli Başlık 3">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rtl="0"/>
            <a:r>
              <a:rPr lang="tr"/>
              <a:t>Asıl başlık stilini düzenlemek için tıklayın</a:t>
            </a:r>
          </a:p>
        </p:txBody>
      </p:sp>
      <p:sp>
        <p:nvSpPr>
          <p:cNvPr id="3" name="Alt Başlık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rtl="0"/>
            <a:r>
              <a:rPr lang="tr"/>
              <a:t>Asıl alt başlık stilini düzenlemek için tıklatın</a:t>
            </a:r>
          </a:p>
        </p:txBody>
      </p:sp>
      <p:sp>
        <p:nvSpPr>
          <p:cNvPr id="25" name="Resim Yer Tutucusu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1596" t="-22432" r="-39334"/>
            </a:stretch>
          </a:blipFill>
        </p:spPr>
        <p:txBody>
          <a:bodyPr wrap="square" rtlCol="0">
            <a:noAutofit/>
          </a:bodyPr>
          <a:lstStyle>
            <a:lvl1pPr>
              <a:defRPr/>
            </a:lvl1pPr>
          </a:lstStyle>
          <a:p>
            <a:pPr rtl="0"/>
            <a:r>
              <a:rPr lang="tr"/>
              <a:t>   </a:t>
            </a:r>
          </a:p>
        </p:txBody>
      </p:sp>
      <p:grpSp>
        <p:nvGrpSpPr>
          <p:cNvPr id="14" name="Grup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Serbest Form: Şekil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6" name="Serbest Form: Şekil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7" name="Serbest Biçim: Şekil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20" name="Serbest Form: Şekil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Tarih Yer Tutucusu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rtlCol="0"/>
          <a:lstStyle/>
          <a:p>
            <a:pPr rtl="0"/>
            <a:r>
              <a:rPr lang="en-US"/>
              <a:t>12/6/2025</a:t>
            </a:r>
          </a:p>
        </p:txBody>
      </p:sp>
      <p:sp>
        <p:nvSpPr>
          <p:cNvPr id="8" name="Alt Bilgi Yer Tutucusu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rtlCol="0"/>
          <a:lstStyle/>
          <a:p>
            <a:pPr rtl="0"/>
            <a:endParaRPr lang="en-US"/>
          </a:p>
        </p:txBody>
      </p:sp>
      <p:sp>
        <p:nvSpPr>
          <p:cNvPr id="9" name="Slayt Numarası Yer Tutucusu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0346594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simli Başlık 4">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rtl="0"/>
            <a:r>
              <a:rPr lang="tr"/>
              <a:t>Asıl başlık stilini düzenlemek için tıklayın</a:t>
            </a:r>
          </a:p>
        </p:txBody>
      </p:sp>
      <p:sp>
        <p:nvSpPr>
          <p:cNvPr id="3" name="Alt Başlık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rtl="0"/>
            <a:r>
              <a:rPr lang="tr"/>
              <a:t>Asıl alt başlık stilini düzenlemek için tıklatın</a:t>
            </a:r>
          </a:p>
        </p:txBody>
      </p:sp>
      <p:sp>
        <p:nvSpPr>
          <p:cNvPr id="18" name="Resim Yer Tutucusu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72871" t="-20678" r="-70840"/>
            </a:stretch>
          </a:blipFill>
        </p:spPr>
        <p:txBody>
          <a:bodyPr vert="horz" wrap="square" lIns="91440" tIns="45720" rIns="91440" bIns="45720" rtlCol="0">
            <a:noAutofit/>
          </a:bodyPr>
          <a:lstStyle>
            <a:lvl1pPr marL="0" indent="0">
              <a:buNone/>
              <a:defRPr lang="en-US" dirty="0"/>
            </a:lvl1pPr>
          </a:lstStyle>
          <a:p>
            <a:pPr lvl="0" rtl="0"/>
            <a:r>
              <a:rPr lang="tr"/>
              <a:t>   </a:t>
            </a:r>
          </a:p>
        </p:txBody>
      </p:sp>
      <p:grpSp>
        <p:nvGrpSpPr>
          <p:cNvPr id="10" name="Grup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Serbest Biçim: Şekil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Serbest Biçim: Şekil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Serbest Biçim: Şekil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3718282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janda">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rtlCol="0" anchor="b">
            <a:normAutofit/>
          </a:bodyPr>
          <a:lstStyle>
            <a:lvl1pPr>
              <a:defRPr sz="2800"/>
            </a:lvl1pPr>
          </a:lstStyle>
          <a:p>
            <a:pPr rtl="0"/>
            <a:r>
              <a:rPr lang="tr"/>
              <a:t>Ajanda</a:t>
            </a:r>
          </a:p>
        </p:txBody>
      </p:sp>
      <p:sp>
        <p:nvSpPr>
          <p:cNvPr id="7" name="İçerik Yer Tutucusu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rtlCol="0">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rtlCol="0"/>
          <a:lstStyle/>
          <a:p>
            <a:pPr rtl="0"/>
            <a:r>
              <a:rPr lang="en-US"/>
              <a:t>12/6/2025</a:t>
            </a:r>
          </a:p>
        </p:txBody>
      </p:sp>
      <p:sp>
        <p:nvSpPr>
          <p:cNvPr id="4" name="Alt Bilgi Yer Tutucusu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rtlCol="0"/>
          <a:lstStyle/>
          <a:p>
            <a:pPr rtl="0"/>
            <a:endParaRPr lang="en-US"/>
          </a:p>
        </p:txBody>
      </p:sp>
      <p:sp>
        <p:nvSpPr>
          <p:cNvPr id="5" name="Slayt Numarası Yer Tutucusu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rtlCol="0"/>
          <a:lstStyle/>
          <a:p>
            <a:pPr rtl="0"/>
            <a:fld id="{AEAA3239-9EA4-4A65-A281-97F994456D9F}" type="slidenum">
              <a:rPr lang="en-US" smtClean="0"/>
              <a:t>‹#›</a:t>
            </a:fld>
            <a:endParaRPr lang="en-US"/>
          </a:p>
        </p:txBody>
      </p:sp>
      <p:grpSp>
        <p:nvGrpSpPr>
          <p:cNvPr id="74" name="Grup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Serbest Form: Şekil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1" name="Serbest Form: Şekil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9" name="Serbest Form: Şekil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5" name="Serbest Biçim: Şekil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Serbest Form: Şekil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219089585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janda 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rtlCol="0" anchor="b">
            <a:normAutofit/>
          </a:bodyPr>
          <a:lstStyle>
            <a:lvl1pPr>
              <a:defRPr sz="2800"/>
            </a:lvl1pPr>
          </a:lstStyle>
          <a:p>
            <a:pPr rtl="0"/>
            <a:r>
              <a:rPr lang="tr"/>
              <a:t>Ajanda</a:t>
            </a:r>
          </a:p>
        </p:txBody>
      </p:sp>
      <p:sp>
        <p:nvSpPr>
          <p:cNvPr id="7" name="İçerik Yer Tutucusu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rtlCol="0">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12/6/2025</a:t>
            </a:r>
          </a:p>
        </p:txBody>
      </p:sp>
      <p:sp>
        <p:nvSpPr>
          <p:cNvPr id="4" name="Alt Bilgi Yer Tutucusu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rtlCol="0"/>
          <a:lstStyle>
            <a:lvl1pPr algn="l">
              <a:defRPr/>
            </a:lvl1pPr>
          </a:lstStyle>
          <a:p>
            <a:pPr algn="l" rtl="0"/>
            <a:endParaRPr lang="en-US"/>
          </a:p>
        </p:txBody>
      </p:sp>
      <p:sp>
        <p:nvSpPr>
          <p:cNvPr id="5" name="Slayt Numarası Yer Tutucusu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rtlCol="0"/>
          <a:lstStyle/>
          <a:p>
            <a:pPr rtl="0"/>
            <a:fld id="{AEAA3239-9EA4-4A65-A281-97F994456D9F}" type="slidenum">
              <a:rPr lang="en-US" smtClean="0"/>
              <a:t>‹#›</a:t>
            </a:fld>
            <a:endParaRPr lang="en-US"/>
          </a:p>
        </p:txBody>
      </p:sp>
      <p:sp>
        <p:nvSpPr>
          <p:cNvPr id="9" name="Serbest Form: Şekil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Serbest Form: Şekil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Serbest Form: Şekil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Serbest Biçim: Şekil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Serbest Biçim: Şekil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Serbest Biçim: Şekil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66281136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imli Ajanda">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rtlCol="0" anchor="b">
            <a:normAutofit/>
          </a:bodyPr>
          <a:lstStyle>
            <a:lvl1pPr>
              <a:defRPr sz="3000"/>
            </a:lvl1pPr>
          </a:lstStyle>
          <a:p>
            <a:pPr rtl="0"/>
            <a:r>
              <a:rPr lang="tr"/>
              <a:t>Ajanda</a:t>
            </a:r>
          </a:p>
        </p:txBody>
      </p:sp>
      <p:sp>
        <p:nvSpPr>
          <p:cNvPr id="7" name="İçerik Yer Tutucusu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rtlCol="0">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6" name="Tarih Yer Tutucusu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rtlCol="0"/>
          <a:lstStyle/>
          <a:p>
            <a:pPr rtl="0"/>
            <a:r>
              <a:rPr lang="en-US"/>
              <a:t>12/6/2025</a:t>
            </a:r>
          </a:p>
        </p:txBody>
      </p:sp>
      <p:sp>
        <p:nvSpPr>
          <p:cNvPr id="8" name="Alt Bilgi Yer Tutucusu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rtlCol="0"/>
          <a:lstStyle/>
          <a:p>
            <a:pPr rtl="0"/>
            <a:endParaRPr lang="en-US"/>
          </a:p>
        </p:txBody>
      </p:sp>
      <p:sp>
        <p:nvSpPr>
          <p:cNvPr id="10" name="Slayt Numarası Yer Tutucusu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rtlCol="0"/>
          <a:lstStyle/>
          <a:p>
            <a:pPr rtl="0"/>
            <a:fld id="{AEAA3239-9EA4-4A65-A281-97F994456D9F}" type="slidenum">
              <a:rPr lang="en-US" smtClean="0"/>
              <a:t>‹#›</a:t>
            </a:fld>
            <a:endParaRPr lang="en-US"/>
          </a:p>
        </p:txBody>
      </p:sp>
      <p:sp>
        <p:nvSpPr>
          <p:cNvPr id="22" name="Resim Yer Tutucusu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82680" t="-29755" r="-80469" b="1"/>
            </a:stretch>
          </a:blipFill>
        </p:spPr>
        <p:txBody>
          <a:bodyPr vert="horz" wrap="square" lIns="91440" tIns="45720" rIns="91440" bIns="45720" rtlCol="0">
            <a:noAutofit/>
          </a:bodyPr>
          <a:lstStyle>
            <a:lvl1pPr>
              <a:defRPr lang="en-US"/>
            </a:lvl1pPr>
          </a:lstStyle>
          <a:p>
            <a:pPr lvl="0" rtl="0"/>
            <a:r>
              <a:rPr lang="tr"/>
              <a:t>   </a:t>
            </a:r>
          </a:p>
        </p:txBody>
      </p:sp>
      <p:sp>
        <p:nvSpPr>
          <p:cNvPr id="12" name="Serbest Biçim: Şekil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Serbest Form: Şekil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00065070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ölüm Üst Bilgisi">
    <p:bg>
      <p:bgRef idx="1001">
        <a:schemeClr val="bg2"/>
      </p:bgRef>
    </p:bg>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rtlCol="0" anchor="ctr"/>
          <a:lstStyle>
            <a:lvl1pPr>
              <a:defRPr sz="5500"/>
            </a:lvl1pPr>
          </a:lstStyle>
          <a:p>
            <a:pPr rtl="0"/>
            <a:r>
              <a:rPr lang="tr"/>
              <a:t>Asıl başlık stilini düzenlemek için tıklayın</a:t>
            </a:r>
          </a:p>
        </p:txBody>
      </p:sp>
      <p:sp>
        <p:nvSpPr>
          <p:cNvPr id="13" name="Serbest Form: Şekil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Serbest Biçim: Şekil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Serbest Form: Şekil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Serbest Form: Şekil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Serbest Form: Şekil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Serbest Form: Şekil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2966059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ölüm Üst Bilgisi 2">
    <p:bg>
      <p:bgRef idx="1001">
        <a:schemeClr val="bg2"/>
      </p:bgRef>
    </p:bg>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rtlCol="0" anchor="ctr"/>
          <a:lstStyle>
            <a:lvl1pPr>
              <a:defRPr sz="5500"/>
            </a:lvl1pPr>
          </a:lstStyle>
          <a:p>
            <a:pPr rtl="0"/>
            <a:r>
              <a:rPr lang="tr"/>
              <a:t>Asıl başlık stilini düzenlemek için tıklayın</a:t>
            </a:r>
          </a:p>
        </p:txBody>
      </p:sp>
      <p:sp>
        <p:nvSpPr>
          <p:cNvPr id="13" name="Serbest Form: Şekil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Serbest Biçim: Şekil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Serbest Form: Şekil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Serbest Form: Şekil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Serbest Form: Şekil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Serbest Form: Şekil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5905149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çerik 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rtlCol="0" anchor="b">
            <a:noAutofit/>
          </a:bodyPr>
          <a:lstStyle>
            <a:lvl1pPr>
              <a:defRPr sz="2800"/>
            </a:lvl1pPr>
          </a:lstStyle>
          <a:p>
            <a:pPr rtl="0"/>
            <a:r>
              <a:rPr lang="tr"/>
              <a:t>Asıl başlık stilini düzenlemek için tıklayın</a:t>
            </a:r>
          </a:p>
        </p:txBody>
      </p:sp>
      <p:sp>
        <p:nvSpPr>
          <p:cNvPr id="4" name="İçerik Yer Tutucusu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8" name="Serbest Biçim: Şekil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Serbest Biçim: Şekil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Serbest Biçim: Şekil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Tarih Yer Tutucusu 4">
            <a:extLst>
              <a:ext uri="{FF2B5EF4-FFF2-40B4-BE49-F238E27FC236}">
                <a16:creationId xmlns:a16="http://schemas.microsoft.com/office/drawing/2014/main" id="{9AC1E91C-BBA5-1D35-6B94-6CCABD4FF2F6}"/>
              </a:ext>
            </a:extLst>
          </p:cNvPr>
          <p:cNvSpPr>
            <a:spLocks noGrp="1"/>
          </p:cNvSpPr>
          <p:nvPr>
            <p:ph type="dt" sz="half" idx="12"/>
          </p:nvPr>
        </p:nvSpPr>
        <p:spPr/>
        <p:txBody>
          <a:bodyPr rtlCol="0"/>
          <a:lstStyle/>
          <a:p>
            <a:pPr rtl="0"/>
            <a:r>
              <a:rPr lang="en-US"/>
              <a:t>12/6/2025</a:t>
            </a:r>
          </a:p>
        </p:txBody>
      </p:sp>
      <p:sp>
        <p:nvSpPr>
          <p:cNvPr id="13" name="Alt Bilgi Yer Tutucusu 12">
            <a:extLst>
              <a:ext uri="{FF2B5EF4-FFF2-40B4-BE49-F238E27FC236}">
                <a16:creationId xmlns:a16="http://schemas.microsoft.com/office/drawing/2014/main" id="{A64E98E8-7BCF-28B4-C95D-ACC2BBF9DA4D}"/>
              </a:ext>
            </a:extLst>
          </p:cNvPr>
          <p:cNvSpPr>
            <a:spLocks noGrp="1"/>
          </p:cNvSpPr>
          <p:nvPr>
            <p:ph type="ftr" sz="quarter" idx="13"/>
          </p:nvPr>
        </p:nvSpPr>
        <p:spPr/>
        <p:txBody>
          <a:bodyPr rtlCol="0"/>
          <a:lstStyle/>
          <a:p>
            <a:pPr rtl="0"/>
            <a:endParaRPr lang="en-US"/>
          </a:p>
        </p:txBody>
      </p:sp>
      <p:sp>
        <p:nvSpPr>
          <p:cNvPr id="14" name="Slayt Numarası Yer Tutucusu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77489976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çerik 3">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rtlCol="0" anchor="b">
            <a:normAutofit/>
          </a:bodyPr>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rtlCol="0"/>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9" name="Serbest Form: Şekil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Serbest Biçim: Şekil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Serbest Form: Şekil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5" name="Serbest Biçim: Şekil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Serbest Form: Şekil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7" name="Serbest Biçim: Şekil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 name="Tarih Yer Tutucusu 3">
            <a:extLst>
              <a:ext uri="{FF2B5EF4-FFF2-40B4-BE49-F238E27FC236}">
                <a16:creationId xmlns:a16="http://schemas.microsoft.com/office/drawing/2014/main" id="{03C8D0B0-8515-6872-33DC-8E31E45DA554}"/>
              </a:ext>
            </a:extLst>
          </p:cNvPr>
          <p:cNvSpPr>
            <a:spLocks noGrp="1"/>
          </p:cNvSpPr>
          <p:nvPr>
            <p:ph type="dt" sz="half" idx="14"/>
          </p:nvPr>
        </p:nvSpPr>
        <p:spPr/>
        <p:txBody>
          <a:bodyPr rtlCol="0"/>
          <a:lstStyle/>
          <a:p>
            <a:pPr rtl="0"/>
            <a:r>
              <a:rPr lang="en-US"/>
              <a:t>12/6/2025</a:t>
            </a:r>
          </a:p>
        </p:txBody>
      </p:sp>
      <p:sp>
        <p:nvSpPr>
          <p:cNvPr id="5" name="Alt Bilgi Yer Tutucusu 4">
            <a:extLst>
              <a:ext uri="{FF2B5EF4-FFF2-40B4-BE49-F238E27FC236}">
                <a16:creationId xmlns:a16="http://schemas.microsoft.com/office/drawing/2014/main" id="{41F6C4D3-2838-97CA-8805-7A9332205E69}"/>
              </a:ext>
            </a:extLst>
          </p:cNvPr>
          <p:cNvSpPr>
            <a:spLocks noGrp="1"/>
          </p:cNvSpPr>
          <p:nvPr>
            <p:ph type="ftr" sz="quarter" idx="15"/>
          </p:nvPr>
        </p:nvSpPr>
        <p:spPr/>
        <p:txBody>
          <a:bodyPr rtlCol="0"/>
          <a:lstStyle/>
          <a:p>
            <a:pPr rtl="0"/>
            <a:endParaRPr lang="en-US"/>
          </a:p>
        </p:txBody>
      </p:sp>
      <p:sp>
        <p:nvSpPr>
          <p:cNvPr id="6" name="Slayt Numarası Yer Tutucusu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1014765207"/>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çerik 4">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rtlCol="0" anchor="t">
            <a:normAutofit/>
          </a:bodyPr>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rtlCol="0"/>
          <a:lstStyle>
            <a:lvl1pPr>
              <a:buNone/>
              <a:defRPr/>
            </a:lvl1pPr>
            <a:lvl2pPr>
              <a:buNone/>
              <a:defRPr/>
            </a:lvl2pPr>
            <a:lvl3pPr>
              <a:buNone/>
              <a:defRPr/>
            </a:lvl3pPr>
            <a:lvl4pPr>
              <a:buNone/>
              <a:defRPr/>
            </a:lvl4pPr>
            <a:lvl5pPr>
              <a:buNone/>
              <a:defRPr/>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rtlCol="0"/>
          <a:lstStyle/>
          <a:p>
            <a:pPr rtl="0"/>
            <a:r>
              <a:rPr lang="en-US"/>
              <a:t>12/6/2025</a:t>
            </a:r>
          </a:p>
        </p:txBody>
      </p:sp>
      <p:sp>
        <p:nvSpPr>
          <p:cNvPr id="4" name="Alt Bilgi Yer Tutucusu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rtlCol="0"/>
          <a:lstStyle>
            <a:lvl1pPr algn="l">
              <a:defRPr/>
            </a:lvl1pPr>
          </a:lstStyle>
          <a:p>
            <a:pPr algn="l" rtl="0"/>
            <a:endParaRPr lang="en-US"/>
          </a:p>
        </p:txBody>
      </p:sp>
      <p:sp>
        <p:nvSpPr>
          <p:cNvPr id="5" name="Slayt Numarası Yer Tutucusu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rtlCol="0"/>
          <a:lstStyle/>
          <a:p>
            <a:pPr rtl="0"/>
            <a:fld id="{48F63A3B-78C7-47BE-AE5E-E10140E04643}" type="slidenum">
              <a:rPr lang="en-US" dirty="0"/>
              <a:t>‹#›</a:t>
            </a:fld>
            <a:endParaRPr lang="en-US"/>
          </a:p>
        </p:txBody>
      </p:sp>
      <p:sp>
        <p:nvSpPr>
          <p:cNvPr id="9" name="Serbest Biçim: Şekil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Serbest Biçim: Şekil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Serbest Biçim: Şekil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79170711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çerik 5">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rtlCol="0" anchor="b">
            <a:normAutofit/>
          </a:bodyPr>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rtl="0">
              <a:lnSpc>
                <a:spcPct val="120000"/>
              </a:lnSpc>
            </a:pPr>
            <a:r>
              <a:rPr lang="tr"/>
              <a:t>Asıl metin stillerini düzenlemek için tıklayın</a:t>
            </a:r>
          </a:p>
          <a:p>
            <a:pPr marL="571500" lvl="1" indent="-342900" rtl="0">
              <a:lnSpc>
                <a:spcPct val="120000"/>
              </a:lnSpc>
            </a:pPr>
            <a:r>
              <a:rPr lang="tr"/>
              <a:t>İkinci düzey</a:t>
            </a:r>
          </a:p>
          <a:p>
            <a:pPr marL="800100" lvl="2" indent="-342900" rtl="0">
              <a:lnSpc>
                <a:spcPct val="120000"/>
              </a:lnSpc>
            </a:pPr>
            <a:r>
              <a:rPr lang="tr"/>
              <a:t>Üçüncü düzey</a:t>
            </a:r>
          </a:p>
          <a:p>
            <a:pPr marL="1028700" lvl="3" indent="-342900" rtl="0">
              <a:lnSpc>
                <a:spcPct val="120000"/>
              </a:lnSpc>
            </a:pPr>
            <a:r>
              <a:rPr lang="tr"/>
              <a:t>Dördüncü düzey</a:t>
            </a:r>
          </a:p>
          <a:p>
            <a:pPr marL="1257300" lvl="4" indent="-342900" rtl="0">
              <a:lnSpc>
                <a:spcPct val="120000"/>
              </a:lnSpc>
            </a:pPr>
            <a:r>
              <a:rPr lang="tr"/>
              <a:t>Beşinci düzey</a:t>
            </a:r>
          </a:p>
        </p:txBody>
      </p:sp>
      <p:sp>
        <p:nvSpPr>
          <p:cNvPr id="12" name="Serbest Form: Şekil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Serbest Biçim: Şekil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Serbest Biçim: Şekil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Tarih Yer Tutucusu 4">
            <a:extLst>
              <a:ext uri="{FF2B5EF4-FFF2-40B4-BE49-F238E27FC236}">
                <a16:creationId xmlns:a16="http://schemas.microsoft.com/office/drawing/2014/main" id="{CB351A42-961C-4808-A59A-3DFDD7151F7D}"/>
              </a:ext>
            </a:extLst>
          </p:cNvPr>
          <p:cNvSpPr>
            <a:spLocks noGrp="1"/>
          </p:cNvSpPr>
          <p:nvPr>
            <p:ph type="dt" sz="half" idx="14"/>
          </p:nvPr>
        </p:nvSpPr>
        <p:spPr/>
        <p:txBody>
          <a:bodyPr rtlCol="0"/>
          <a:lstStyle/>
          <a:p>
            <a:pPr rtl="0"/>
            <a:r>
              <a:rPr lang="en-US"/>
              <a:t>12/6/2025</a:t>
            </a:r>
          </a:p>
        </p:txBody>
      </p:sp>
      <p:sp>
        <p:nvSpPr>
          <p:cNvPr id="6" name="Alt Bilgi Yer Tutucusu 5">
            <a:extLst>
              <a:ext uri="{FF2B5EF4-FFF2-40B4-BE49-F238E27FC236}">
                <a16:creationId xmlns:a16="http://schemas.microsoft.com/office/drawing/2014/main" id="{EAB3490B-ACCD-5729-46D2-5510EFD424A8}"/>
              </a:ext>
            </a:extLst>
          </p:cNvPr>
          <p:cNvSpPr>
            <a:spLocks noGrp="1"/>
          </p:cNvSpPr>
          <p:nvPr>
            <p:ph type="ftr" sz="quarter" idx="15"/>
          </p:nvPr>
        </p:nvSpPr>
        <p:spPr/>
        <p:txBody>
          <a:bodyPr rtlCol="0"/>
          <a:lstStyle/>
          <a:p>
            <a:pPr rtl="0"/>
            <a:endParaRPr lang="en-US"/>
          </a:p>
        </p:txBody>
      </p:sp>
      <p:sp>
        <p:nvSpPr>
          <p:cNvPr id="9" name="Slayt Numarası Yer Tutucusu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1915673751"/>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çerik 6">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rtlCol="0" anchor="t">
            <a:normAutofit/>
          </a:bodyPr>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rtlCol="0"/>
          <a:lstStyle/>
          <a:p>
            <a:pPr rtl="0"/>
            <a:r>
              <a:rPr lang="en-US"/>
              <a:t>12/6/2025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rtlCol="0"/>
          <a:lstStyle/>
          <a:p>
            <a:pPr rtl="0"/>
            <a:endParaRPr lang="en-US"/>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rtlCol="0"/>
          <a:lstStyle/>
          <a:p>
            <a:pPr rtl="0"/>
            <a:fld id="{AEAA3239-9EA4-4A65-A281-97F994456D9F}" type="slidenum">
              <a:rPr lang="en-US" smtClean="0"/>
              <a:t>‹#›</a:t>
            </a:fld>
            <a:endParaRPr lang="en-US"/>
          </a:p>
        </p:txBody>
      </p:sp>
      <p:grpSp>
        <p:nvGrpSpPr>
          <p:cNvPr id="3" name="Grup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Serbest Form: Şekil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Serbest Biçim: Şekil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416951451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çerik 7">
    <p:bg>
      <p:bgRef idx="1001">
        <a:schemeClr val="bg2"/>
      </p:bgRef>
    </p:bg>
    <p:spTree>
      <p:nvGrpSpPr>
        <p:cNvPr id="1" name=""/>
        <p:cNvGrpSpPr/>
        <p:nvPr/>
      </p:nvGrpSpPr>
      <p:grpSpPr>
        <a:xfrm>
          <a:off x="0" y="0"/>
          <a:ext cx="0" cy="0"/>
          <a:chOff x="0" y="0"/>
          <a:chExt cx="0" cy="0"/>
        </a:xfrm>
      </p:grpSpPr>
      <p:sp>
        <p:nvSpPr>
          <p:cNvPr id="15" name="Başlık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rtlCol="0" anchor="t"/>
          <a:lstStyle/>
          <a:p>
            <a:pPr rtl="0"/>
            <a:r>
              <a:rPr lang="tr"/>
              <a:t>Asıl başlık stilini düzenlemek için tıklayın</a:t>
            </a:r>
          </a:p>
        </p:txBody>
      </p:sp>
      <p:sp>
        <p:nvSpPr>
          <p:cNvPr id="3" name="İçerik Yer Tutucusu 2"/>
          <p:cNvSpPr>
            <a:spLocks noGrp="1"/>
          </p:cNvSpPr>
          <p:nvPr>
            <p:ph idx="1"/>
          </p:nvPr>
        </p:nvSpPr>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grpSp>
        <p:nvGrpSpPr>
          <p:cNvPr id="7" name="Grup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Serbest Biçim: Şekil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Serbest Biçim: Şekil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Serbest Biçim: Şekil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4" name="Tarih Yer Tutucusu 3">
            <a:extLst>
              <a:ext uri="{FF2B5EF4-FFF2-40B4-BE49-F238E27FC236}">
                <a16:creationId xmlns:a16="http://schemas.microsoft.com/office/drawing/2014/main" id="{C2F12E4C-4CFF-6025-E705-80C51F8FF6B3}"/>
              </a:ext>
            </a:extLst>
          </p:cNvPr>
          <p:cNvSpPr>
            <a:spLocks noGrp="1"/>
          </p:cNvSpPr>
          <p:nvPr>
            <p:ph type="dt" sz="half" idx="10"/>
          </p:nvPr>
        </p:nvSpPr>
        <p:spPr/>
        <p:txBody>
          <a:bodyPr rtlCol="0"/>
          <a:lstStyle/>
          <a:p>
            <a:pPr rtl="0"/>
            <a:r>
              <a:rPr lang="en-US"/>
              <a:t>12/6/2025</a:t>
            </a:r>
          </a:p>
        </p:txBody>
      </p:sp>
      <p:sp>
        <p:nvSpPr>
          <p:cNvPr id="5" name="Alt Bilgi Yer Tutucusu 4">
            <a:extLst>
              <a:ext uri="{FF2B5EF4-FFF2-40B4-BE49-F238E27FC236}">
                <a16:creationId xmlns:a16="http://schemas.microsoft.com/office/drawing/2014/main" id="{A0D2BAFB-A351-DB9E-7FE8-49CFC6A5156C}"/>
              </a:ext>
            </a:extLst>
          </p:cNvPr>
          <p:cNvSpPr>
            <a:spLocks noGrp="1"/>
          </p:cNvSpPr>
          <p:nvPr>
            <p:ph type="ftr" sz="quarter" idx="11"/>
          </p:nvPr>
        </p:nvSpPr>
        <p:spPr/>
        <p:txBody>
          <a:bodyPr rtlCol="0"/>
          <a:lstStyle/>
          <a:p>
            <a:pPr rtl="0"/>
            <a:endParaRPr lang="en-US"/>
          </a:p>
        </p:txBody>
      </p:sp>
      <p:sp>
        <p:nvSpPr>
          <p:cNvPr id="6" name="Slayt Numarası Yer Tutucusu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115341805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çerik 8">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rtlCol="0" anchor="b"/>
          <a:lstStyle>
            <a:lvl1pPr algn="ctr">
              <a:defRPr/>
            </a:lvl1pPr>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rtlCol="0"/>
          <a:lstStyle>
            <a:lvl1pPr algn="ctr">
              <a:defRPr/>
            </a:lvl1pPr>
            <a:lvl2pPr algn="ctr">
              <a:defRPr/>
            </a:lvl2pPr>
            <a:lvl3pPr algn="ctr">
              <a:defRPr/>
            </a:lvl3pPr>
            <a:lvl4pPr algn="ctr">
              <a:defRPr/>
            </a:lvl4pPr>
            <a:lvl5pPr algn="ctr">
              <a:defRPr/>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1" name="Serbest Biçim: Şekil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Serbest Biçim: Şekil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Serbest Biçim: Şekil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Serbest Form: Şekil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8" name="Serbest Biçim: Şekil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9" name="Serbest Biçim: Şekil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8" name="Tarih Yer Tutucusu 7">
            <a:extLst>
              <a:ext uri="{FF2B5EF4-FFF2-40B4-BE49-F238E27FC236}">
                <a16:creationId xmlns:a16="http://schemas.microsoft.com/office/drawing/2014/main" id="{E9E966A7-E883-2CD1-F608-3EE694A8DADD}"/>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C6A4DB1D-64ED-7256-8771-473DB4F0FF89}"/>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581313553"/>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simli İçerik">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rtlCol="0" anchor="b"/>
          <a:lstStyle>
            <a:lvl1pPr>
              <a:defRPr sz="2800"/>
            </a:lvl1pPr>
          </a:lstStyle>
          <a:p>
            <a:pPr rtl="0"/>
            <a:r>
              <a:rPr lang="tr"/>
              <a:t>Asıl başlık stilini düzenlemek için tıklayın</a:t>
            </a:r>
          </a:p>
        </p:txBody>
      </p:sp>
      <p:sp>
        <p:nvSpPr>
          <p:cNvPr id="15" name="Resim Yer Tutucusu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grpSp>
        <p:nvGrpSpPr>
          <p:cNvPr id="13" name="Grup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Serbest Form: Şekil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Serbest Form: Şekil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6" name="Serbest Form: Şekil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6" name="Tarih Yer Tutucusu 5">
            <a:extLst>
              <a:ext uri="{FF2B5EF4-FFF2-40B4-BE49-F238E27FC236}">
                <a16:creationId xmlns:a16="http://schemas.microsoft.com/office/drawing/2014/main" id="{7394D691-95AF-D73D-C942-F321BFF6D19C}"/>
              </a:ext>
            </a:extLst>
          </p:cNvPr>
          <p:cNvSpPr>
            <a:spLocks noGrp="1"/>
          </p:cNvSpPr>
          <p:nvPr>
            <p:ph type="dt" sz="half" idx="15"/>
          </p:nvPr>
        </p:nvSpPr>
        <p:spPr/>
        <p:txBody>
          <a:bodyPr rtlCol="0"/>
          <a:lstStyle/>
          <a:p>
            <a:pPr rtl="0"/>
            <a:r>
              <a:rPr lang="en-US"/>
              <a:t>12/6/2025</a:t>
            </a:r>
          </a:p>
        </p:txBody>
      </p:sp>
      <p:sp>
        <p:nvSpPr>
          <p:cNvPr id="7" name="Alt Bilgi Yer Tutucusu 6">
            <a:extLst>
              <a:ext uri="{FF2B5EF4-FFF2-40B4-BE49-F238E27FC236}">
                <a16:creationId xmlns:a16="http://schemas.microsoft.com/office/drawing/2014/main" id="{BF0BF011-7AAC-2BC1-85C3-57109D3CA43B}"/>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255019634"/>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simli İçerik 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rtlCol="0" anchor="b"/>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5" name="Resim Yer Tutucusu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4" name="Serbest Form: Şekil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Form: Şekil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Serbest Form: Şekil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Tarih Yer Tutucusu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rtlCol="0"/>
          <a:lstStyle/>
          <a:p>
            <a:pPr rtl="0"/>
            <a:r>
              <a:rPr lang="en-US"/>
              <a:t>12/6/2025</a:t>
            </a:r>
          </a:p>
        </p:txBody>
      </p:sp>
      <p:sp>
        <p:nvSpPr>
          <p:cNvPr id="16" name="Alt Bilgi Yer Tutucusu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rtlCol="0"/>
          <a:lstStyle>
            <a:lvl1pPr algn="r">
              <a:defRPr/>
            </a:lvl1pPr>
          </a:lstStyle>
          <a:p>
            <a:pPr algn="r" rtl="0"/>
            <a:endParaRPr lang="en-US"/>
          </a:p>
        </p:txBody>
      </p:sp>
      <p:sp>
        <p:nvSpPr>
          <p:cNvPr id="17" name="Slayt Numarası Yer Tutucusu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422576290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simli İçerik 3">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rtlCol="0" anchor="b">
            <a:normAutofit/>
          </a:bodyPr>
          <a:lstStyle>
            <a:lvl1pPr>
              <a:defRPr sz="2800"/>
            </a:lvl1pPr>
          </a:lstStyle>
          <a:p>
            <a:pPr rtl="0"/>
            <a:r>
              <a:rPr lang="tr"/>
              <a:t>Asıl başlık stilini düzenlemek için tıklayın</a:t>
            </a:r>
          </a:p>
        </p:txBody>
      </p:sp>
      <p:sp>
        <p:nvSpPr>
          <p:cNvPr id="11" name="Resim Yer Tutucusu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6" name="Serbest Form: Şekil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7" name="Serbest Form: Şekil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8" name="Serbest Form: Şekil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Tarih Yer Tutucusu 6">
            <a:extLst>
              <a:ext uri="{FF2B5EF4-FFF2-40B4-BE49-F238E27FC236}">
                <a16:creationId xmlns:a16="http://schemas.microsoft.com/office/drawing/2014/main" id="{7164EEEF-CF0F-60B6-CD0B-A0536BA685D4}"/>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4F997C78-303C-5CAA-C0F1-BD0D698BB570}"/>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331624885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simli İçerik 4">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rtlCol="0" anchor="b"/>
          <a:lstStyle/>
          <a:p>
            <a:pPr rtl="0"/>
            <a:r>
              <a:rPr lang="tr"/>
              <a:t>Asıl başlık stilini düzenlemek için tıklayın</a:t>
            </a:r>
          </a:p>
        </p:txBody>
      </p:sp>
      <p:sp>
        <p:nvSpPr>
          <p:cNvPr id="11" name="Resim Yer Tutucusu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6" name="Serbest Form: Şekil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7" name="Serbest Form: Şekil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8" name="Serbest Form: Şekil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 name="Tarih Yer Tutucusu 3">
            <a:extLst>
              <a:ext uri="{FF2B5EF4-FFF2-40B4-BE49-F238E27FC236}">
                <a16:creationId xmlns:a16="http://schemas.microsoft.com/office/drawing/2014/main" id="{E75A7AA7-8E29-E7BC-798B-5F41BF0D2319}"/>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A71A50B4-6B1F-8398-52AA-F52E859262B4}"/>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141000600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esimli İçerik 5">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rtlCol="0" anchor="t">
            <a:normAutofit/>
          </a:bodyPr>
          <a:lstStyle>
            <a:lvl1pPr>
              <a:defRPr sz="2800"/>
            </a:lvl1pPr>
          </a:lstStyle>
          <a:p>
            <a:pPr rtl="0"/>
            <a:r>
              <a:rPr lang="tr"/>
              <a:t>Asıl başlık stilini düzenlemek için tıklayın</a:t>
            </a:r>
          </a:p>
        </p:txBody>
      </p:sp>
      <p:sp>
        <p:nvSpPr>
          <p:cNvPr id="36" name="Resim Yer Tutucusu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48891" b="-33973"/>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12/6/2025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40382049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simli İçerik 6">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rtlCol="0" anchor="b">
            <a:normAutofit/>
          </a:bodyPr>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6" name="Resim Yer Tutucusu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rtl="0"/>
            <a:r>
              <a:rPr lang="tr"/>
              <a:t>   </a:t>
            </a:r>
          </a:p>
        </p:txBody>
      </p:sp>
      <p:grpSp>
        <p:nvGrpSpPr>
          <p:cNvPr id="4" name="Grup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Serbest Form: Şekil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Serbest Biçim: Şekil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12" name="Tarih Yer Tutucusu 11">
            <a:extLst>
              <a:ext uri="{FF2B5EF4-FFF2-40B4-BE49-F238E27FC236}">
                <a16:creationId xmlns:a16="http://schemas.microsoft.com/office/drawing/2014/main" id="{6C7A0A96-48BD-29A8-0023-BBE830B4EDA5}"/>
              </a:ext>
            </a:extLst>
          </p:cNvPr>
          <p:cNvSpPr>
            <a:spLocks noGrp="1"/>
          </p:cNvSpPr>
          <p:nvPr>
            <p:ph type="dt" sz="half" idx="15"/>
          </p:nvPr>
        </p:nvSpPr>
        <p:spPr/>
        <p:txBody>
          <a:bodyPr rtlCol="0"/>
          <a:lstStyle/>
          <a:p>
            <a:pPr rtl="0"/>
            <a:r>
              <a:rPr lang="en-US"/>
              <a:t>12/6/2025</a:t>
            </a:r>
          </a:p>
        </p:txBody>
      </p:sp>
      <p:sp>
        <p:nvSpPr>
          <p:cNvPr id="13" name="Alt Bilgi Yer Tutucusu 12">
            <a:extLst>
              <a:ext uri="{FF2B5EF4-FFF2-40B4-BE49-F238E27FC236}">
                <a16:creationId xmlns:a16="http://schemas.microsoft.com/office/drawing/2014/main" id="{68BA96FE-337B-BF82-F848-D247F6F8C073}"/>
              </a:ext>
            </a:extLst>
          </p:cNvPr>
          <p:cNvSpPr>
            <a:spLocks noGrp="1"/>
          </p:cNvSpPr>
          <p:nvPr>
            <p:ph type="ftr" sz="quarter" idx="16"/>
          </p:nvPr>
        </p:nvSpPr>
        <p:spPr/>
        <p:txBody>
          <a:bodyPr rtlCol="0"/>
          <a:lstStyle/>
          <a:p>
            <a:pPr rtl="0"/>
            <a:endParaRPr lang="en-US"/>
          </a:p>
        </p:txBody>
      </p:sp>
      <p:sp>
        <p:nvSpPr>
          <p:cNvPr id="14" name="Slayt Numarası Yer Tutucusu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344483690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esimli İçerik 7">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rtlCol="0" anchor="t">
            <a:normAutofit/>
          </a:bodyPr>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8" name="Resim Yer Tutucusu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55945" t="-22164" r="-52346"/>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3" name="Tarih Yer Tutucusu 2">
            <a:extLst>
              <a:ext uri="{FF2B5EF4-FFF2-40B4-BE49-F238E27FC236}">
                <a16:creationId xmlns:a16="http://schemas.microsoft.com/office/drawing/2014/main" id="{86A39A02-4212-64A2-9B49-CB3867803768}"/>
              </a:ext>
            </a:extLst>
          </p:cNvPr>
          <p:cNvSpPr>
            <a:spLocks noGrp="1"/>
          </p:cNvSpPr>
          <p:nvPr>
            <p:ph type="dt" sz="half" idx="15"/>
          </p:nvPr>
        </p:nvSpPr>
        <p:spPr/>
        <p:txBody>
          <a:bodyPr rtlCol="0"/>
          <a:lstStyle/>
          <a:p>
            <a:pPr rtl="0"/>
            <a:r>
              <a:rPr lang="en-US"/>
              <a:t>12/6/2025</a:t>
            </a:r>
          </a:p>
        </p:txBody>
      </p:sp>
      <p:sp>
        <p:nvSpPr>
          <p:cNvPr id="4" name="Alt Bilgi Yer Tutucusu 3">
            <a:extLst>
              <a:ext uri="{FF2B5EF4-FFF2-40B4-BE49-F238E27FC236}">
                <a16:creationId xmlns:a16="http://schemas.microsoft.com/office/drawing/2014/main" id="{F78B2D68-D19E-B927-54C6-1B8D621BA31E}"/>
              </a:ext>
            </a:extLst>
          </p:cNvPr>
          <p:cNvSpPr>
            <a:spLocks noGrp="1"/>
          </p:cNvSpPr>
          <p:nvPr>
            <p:ph type="ftr" sz="quarter" idx="16"/>
          </p:nvPr>
        </p:nvSpPr>
        <p:spPr/>
        <p:txBody>
          <a:bodyPr rtlCol="0"/>
          <a:lstStyle/>
          <a:p>
            <a:pPr rtl="0"/>
            <a:endParaRPr lang="en-US"/>
          </a:p>
        </p:txBody>
      </p:sp>
      <p:sp>
        <p:nvSpPr>
          <p:cNvPr id="7" name="Slayt Numarası Yer Tutucusu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
        <p:nvSpPr>
          <p:cNvPr id="5" name="Serbest Form: Şekil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Serbest Biçim: Şekil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08485529"/>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imli içerik 8">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rtlCol="0" anchor="t">
            <a:normAutofit/>
          </a:bodyPr>
          <a:lstStyle>
            <a:lvl1pPr>
              <a:defRPr sz="2800"/>
            </a:lvl1pPr>
          </a:lstStyle>
          <a:p>
            <a:pPr rtl="0"/>
            <a:r>
              <a:rPr lang="tr"/>
              <a:t>Asıl başlık stilini düzenlemek için tıklayın</a:t>
            </a:r>
          </a:p>
        </p:txBody>
      </p:sp>
      <p:sp>
        <p:nvSpPr>
          <p:cNvPr id="12" name="Resim Yer Tutucusu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12/6/2025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3" name="Serbest Form: Şekil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Serbest Form: Şekil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5" name="Serbest Form: Şekil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642164784"/>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simli İçerik 9">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rtlCol="0" anchor="t">
            <a:normAutofit/>
          </a:bodyPr>
          <a:lstStyle>
            <a:lvl1pPr>
              <a:defRPr sz="28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5" name="Resim Yer Tutucusu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7" name="Tarih Yer Tutucusu 6">
            <a:extLst>
              <a:ext uri="{FF2B5EF4-FFF2-40B4-BE49-F238E27FC236}">
                <a16:creationId xmlns:a16="http://schemas.microsoft.com/office/drawing/2014/main" id="{EC4414CA-A0B9-073C-7917-FC058843AF61}"/>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7ABB0C4F-6F6B-177E-A162-E3AA19C35F2F}"/>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228937399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simli İçerik 10">
    <p:bg>
      <p:bgRef idx="1001">
        <a:schemeClr val="bg2"/>
      </p:bgRef>
    </p:bg>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rtlCol="0" anchor="t"/>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6" name="Resim Yer Tutucusu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7" name="Tarih Yer Tutucusu 6">
            <a:extLst>
              <a:ext uri="{FF2B5EF4-FFF2-40B4-BE49-F238E27FC236}">
                <a16:creationId xmlns:a16="http://schemas.microsoft.com/office/drawing/2014/main" id="{6B38021C-4096-842F-08C5-999D4622A35B}"/>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1694E9EA-337E-DC1E-0CA5-67EE96444965}"/>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76652570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simli İçerik 11">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rtlCol="0" anchor="t"/>
          <a:lstStyle/>
          <a:p>
            <a:pPr rtl="0"/>
            <a:r>
              <a:rPr lang="tr"/>
              <a:t>Asıl başlık stilini düzenlemek için tıklayın</a:t>
            </a:r>
          </a:p>
        </p:txBody>
      </p:sp>
      <p:sp>
        <p:nvSpPr>
          <p:cNvPr id="36" name="Resim Yer Tutucusu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7" name="Tarih Yer Tutucusu 6">
            <a:extLst>
              <a:ext uri="{FF2B5EF4-FFF2-40B4-BE49-F238E27FC236}">
                <a16:creationId xmlns:a16="http://schemas.microsoft.com/office/drawing/2014/main" id="{E7C45364-E0C5-A5F2-61BB-513413E938E0}"/>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A3A2C703-C5D8-412B-BE13-E2AB878B8932}"/>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3390571096"/>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simli İçerik 1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rtlCol="0" anchor="t"/>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6" name="Resim Yer Tutucusu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rtl="0"/>
            <a:r>
              <a:rPr lang="tr"/>
              <a:t>   </a:t>
            </a:r>
          </a:p>
        </p:txBody>
      </p:sp>
      <p:sp>
        <p:nvSpPr>
          <p:cNvPr id="7" name="Tarih Yer Tutucusu 6">
            <a:extLst>
              <a:ext uri="{FF2B5EF4-FFF2-40B4-BE49-F238E27FC236}">
                <a16:creationId xmlns:a16="http://schemas.microsoft.com/office/drawing/2014/main" id="{895C7E92-A698-DDE0-6589-496A3D362BD8}"/>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57C16D03-B93F-2C5D-BC91-B19CD672B392}"/>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869574075"/>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simli İçerik 13">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rtlCol="0" anchor="t"/>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6" name="Resim Yer Tutucusu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rtl="0"/>
            <a:r>
              <a:rPr lang="tr"/>
              <a:t>   </a:t>
            </a:r>
          </a:p>
        </p:txBody>
      </p:sp>
      <p:sp>
        <p:nvSpPr>
          <p:cNvPr id="4" name="Serbest Form: Şekil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Serbest Biçim: Şekil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Tarih Yer Tutucusu 10">
            <a:extLst>
              <a:ext uri="{FF2B5EF4-FFF2-40B4-BE49-F238E27FC236}">
                <a16:creationId xmlns:a16="http://schemas.microsoft.com/office/drawing/2014/main" id="{76C3FA94-BA32-D885-4BA9-C739789F2163}"/>
              </a:ext>
            </a:extLst>
          </p:cNvPr>
          <p:cNvSpPr>
            <a:spLocks noGrp="1"/>
          </p:cNvSpPr>
          <p:nvPr>
            <p:ph type="dt" sz="half" idx="15"/>
          </p:nvPr>
        </p:nvSpPr>
        <p:spPr/>
        <p:txBody>
          <a:bodyPr rtlCol="0"/>
          <a:lstStyle/>
          <a:p>
            <a:pPr rtl="0"/>
            <a:r>
              <a:rPr lang="en-US"/>
              <a:t>12/6/2025</a:t>
            </a:r>
          </a:p>
        </p:txBody>
      </p:sp>
      <p:sp>
        <p:nvSpPr>
          <p:cNvPr id="12" name="Alt Bilgi Yer Tutucusu 11">
            <a:extLst>
              <a:ext uri="{FF2B5EF4-FFF2-40B4-BE49-F238E27FC236}">
                <a16:creationId xmlns:a16="http://schemas.microsoft.com/office/drawing/2014/main" id="{CD41820A-C301-88BB-6084-3671FA6674C9}"/>
              </a:ext>
            </a:extLst>
          </p:cNvPr>
          <p:cNvSpPr>
            <a:spLocks noGrp="1"/>
          </p:cNvSpPr>
          <p:nvPr>
            <p:ph type="ftr" sz="quarter" idx="16"/>
          </p:nvPr>
        </p:nvSpPr>
        <p:spPr/>
        <p:txBody>
          <a:bodyPr rtlCol="0"/>
          <a:lstStyle/>
          <a:p>
            <a:pPr rtl="0"/>
            <a:endParaRPr lang="en-US"/>
          </a:p>
        </p:txBody>
      </p:sp>
      <p:sp>
        <p:nvSpPr>
          <p:cNvPr id="13" name="Slayt Numarası Yer Tutucusu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150464025"/>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simli İçerik 14">
    <p:bg>
      <p:bgRef idx="1001">
        <a:schemeClr val="bg2"/>
      </p:bgRef>
    </p:bg>
    <p:spTree>
      <p:nvGrpSpPr>
        <p:cNvPr id="1" name=""/>
        <p:cNvGrpSpPr/>
        <p:nvPr/>
      </p:nvGrpSpPr>
      <p:grpSpPr>
        <a:xfrm>
          <a:off x="0" y="0"/>
          <a:ext cx="0" cy="0"/>
          <a:chOff x="0" y="0"/>
          <a:chExt cx="0" cy="0"/>
        </a:xfrm>
      </p:grpSpPr>
      <p:sp>
        <p:nvSpPr>
          <p:cNvPr id="24" name="Başlık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rtlCol="0" anchor="t"/>
          <a:lstStyle/>
          <a:p>
            <a:pPr rtl="0"/>
            <a:r>
              <a:rPr lang="tr"/>
              <a:t>Asıl başlık stilini düzenlemek için tıklayın</a:t>
            </a:r>
          </a:p>
        </p:txBody>
      </p:sp>
      <p:sp>
        <p:nvSpPr>
          <p:cNvPr id="15" name="Resim Yer Tutucusu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rtl="0"/>
            <a:r>
              <a:rPr lang="tr"/>
              <a:t>   </a:t>
            </a:r>
          </a:p>
        </p:txBody>
      </p:sp>
      <p:sp>
        <p:nvSpPr>
          <p:cNvPr id="8" name="İçerik Yer Tutucusu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20" name="Serbest Form: Şekil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1" name="Serbest Form: Şekil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3" name="Serbest Form: Şekil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9" name="Serbest Biçim: Şekil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 name="Tarih Yer Tutucusu 3">
            <a:extLst>
              <a:ext uri="{FF2B5EF4-FFF2-40B4-BE49-F238E27FC236}">
                <a16:creationId xmlns:a16="http://schemas.microsoft.com/office/drawing/2014/main" id="{640B8D32-6B0E-22FD-A1D2-31D234077A79}"/>
              </a:ext>
            </a:extLst>
          </p:cNvPr>
          <p:cNvSpPr>
            <a:spLocks noGrp="1"/>
          </p:cNvSpPr>
          <p:nvPr>
            <p:ph type="dt" sz="half" idx="15"/>
          </p:nvPr>
        </p:nvSpPr>
        <p:spPr/>
        <p:txBody>
          <a:bodyPr rtlCol="0"/>
          <a:lstStyle/>
          <a:p>
            <a:pPr rtl="0"/>
            <a:r>
              <a:rPr lang="en-US"/>
              <a:t>12/6/2025</a:t>
            </a:r>
          </a:p>
        </p:txBody>
      </p:sp>
      <p:sp>
        <p:nvSpPr>
          <p:cNvPr id="7" name="Alt Bilgi Yer Tutucusu 6">
            <a:extLst>
              <a:ext uri="{FF2B5EF4-FFF2-40B4-BE49-F238E27FC236}">
                <a16:creationId xmlns:a16="http://schemas.microsoft.com/office/drawing/2014/main" id="{9F5D32BB-1C01-45F9-6DC9-90FB9B35D32C}"/>
              </a:ext>
            </a:extLst>
          </p:cNvPr>
          <p:cNvSpPr>
            <a:spLocks noGrp="1"/>
          </p:cNvSpPr>
          <p:nvPr>
            <p:ph type="ftr" sz="quarter" idx="16"/>
          </p:nvPr>
        </p:nvSpPr>
        <p:spPr/>
        <p:txBody>
          <a:bodyPr rtlCol="0"/>
          <a:lstStyle/>
          <a:p>
            <a:pPr rtl="0"/>
            <a:endParaRPr lang="en-US"/>
          </a:p>
        </p:txBody>
      </p:sp>
      <p:sp>
        <p:nvSpPr>
          <p:cNvPr id="9" name="Slayt Numarası Yer Tutucusu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1284393874"/>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simli İçerik 15">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rtlCol="0" anchor="t"/>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6" name="Resim Yer Tutucusu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4" name="Tarih Yer Tutucusu 3">
            <a:extLst>
              <a:ext uri="{FF2B5EF4-FFF2-40B4-BE49-F238E27FC236}">
                <a16:creationId xmlns:a16="http://schemas.microsoft.com/office/drawing/2014/main" id="{3A6E2E02-7580-C193-51A3-E9B75239E6EB}"/>
              </a:ext>
            </a:extLst>
          </p:cNvPr>
          <p:cNvSpPr>
            <a:spLocks noGrp="1"/>
          </p:cNvSpPr>
          <p:nvPr>
            <p:ph type="dt" sz="half" idx="15"/>
          </p:nvPr>
        </p:nvSpPr>
        <p:spPr/>
        <p:txBody>
          <a:bodyPr rtlCol="0"/>
          <a:lstStyle/>
          <a:p>
            <a:pPr rtl="0"/>
            <a:r>
              <a:rPr lang="en-US"/>
              <a:t>12/6/2025</a:t>
            </a:r>
          </a:p>
        </p:txBody>
      </p:sp>
      <p:sp>
        <p:nvSpPr>
          <p:cNvPr id="9" name="Alt Bilgi Yer Tutucusu 8">
            <a:extLst>
              <a:ext uri="{FF2B5EF4-FFF2-40B4-BE49-F238E27FC236}">
                <a16:creationId xmlns:a16="http://schemas.microsoft.com/office/drawing/2014/main" id="{82034AE1-262C-0DC6-B2E3-D74EF0EA7742}"/>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4911631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imli İçerik 16">
    <p:bg>
      <p:bgRef idx="1001">
        <a:schemeClr val="bg2"/>
      </p:bgRef>
    </p:bg>
    <p:spTree>
      <p:nvGrpSpPr>
        <p:cNvPr id="1" name=""/>
        <p:cNvGrpSpPr/>
        <p:nvPr/>
      </p:nvGrpSpPr>
      <p:grpSpPr>
        <a:xfrm>
          <a:off x="0" y="0"/>
          <a:ext cx="0" cy="0"/>
          <a:chOff x="0" y="0"/>
          <a:chExt cx="0" cy="0"/>
        </a:xfrm>
      </p:grpSpPr>
      <p:sp>
        <p:nvSpPr>
          <p:cNvPr id="5" name="Başlık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rtlCol="0" anchor="t"/>
          <a:lstStyle/>
          <a:p>
            <a:pPr rtl="0"/>
            <a:r>
              <a:rPr lang="tr"/>
              <a:t>Asıl başlık stilini düzenlemek için tıklayın</a:t>
            </a:r>
          </a:p>
        </p:txBody>
      </p:sp>
      <p:sp>
        <p:nvSpPr>
          <p:cNvPr id="38" name="Resim Yer Tutucusu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6" name="Tarih Yer Tutucusu 5">
            <a:extLst>
              <a:ext uri="{FF2B5EF4-FFF2-40B4-BE49-F238E27FC236}">
                <a16:creationId xmlns:a16="http://schemas.microsoft.com/office/drawing/2014/main" id="{B83054DC-C411-31F2-5003-BE31AEDC6D29}"/>
              </a:ext>
            </a:extLst>
          </p:cNvPr>
          <p:cNvSpPr>
            <a:spLocks noGrp="1"/>
          </p:cNvSpPr>
          <p:nvPr>
            <p:ph type="dt" sz="half" idx="15"/>
          </p:nvPr>
        </p:nvSpPr>
        <p:spPr/>
        <p:txBody>
          <a:bodyPr rtlCol="0"/>
          <a:lstStyle/>
          <a:p>
            <a:pPr rtl="0"/>
            <a:r>
              <a:rPr lang="en-US"/>
              <a:t>12/6/2025</a:t>
            </a:r>
          </a:p>
        </p:txBody>
      </p:sp>
      <p:sp>
        <p:nvSpPr>
          <p:cNvPr id="7" name="Alt Bilgi Yer Tutucusu 6">
            <a:extLst>
              <a:ext uri="{FF2B5EF4-FFF2-40B4-BE49-F238E27FC236}">
                <a16:creationId xmlns:a16="http://schemas.microsoft.com/office/drawing/2014/main" id="{17C901EA-E52E-1B2F-223D-7813B28DFC94}"/>
              </a:ext>
            </a:extLst>
          </p:cNvPr>
          <p:cNvSpPr>
            <a:spLocks noGrp="1"/>
          </p:cNvSpPr>
          <p:nvPr>
            <p:ph type="ftr" sz="quarter" idx="16"/>
          </p:nvPr>
        </p:nvSpPr>
        <p:spPr/>
        <p:txBody>
          <a:bodyPr rtlCol="0"/>
          <a:lstStyle/>
          <a:p>
            <a:pPr rtl="0"/>
            <a:endParaRPr lang="en-US"/>
          </a:p>
        </p:txBody>
      </p:sp>
      <p:sp>
        <p:nvSpPr>
          <p:cNvPr id="10" name="Slayt Numarası Yer Tutucusu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1073504820"/>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simli İçerik 17">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rtlCol="0" anchor="t">
            <a:normAutofit/>
          </a:bodyPr>
          <a:lstStyle>
            <a:lvl1pPr>
              <a:defRPr sz="2800"/>
            </a:lvl1pPr>
          </a:lstStyle>
          <a:p>
            <a:pPr rtl="0"/>
            <a:r>
              <a:rPr lang="tr"/>
              <a:t>Asıl başlık stilini düzenlemek için tıklayın</a:t>
            </a:r>
          </a:p>
        </p:txBody>
      </p:sp>
      <p:sp>
        <p:nvSpPr>
          <p:cNvPr id="20" name="Resim Yer Tutucusu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69065" t="-30946" r="-70148"/>
            </a:stretch>
          </a:blipFill>
        </p:spPr>
        <p:txBody>
          <a:bodyPr vert="horz" wrap="square" lIns="91440" tIns="45720" rIns="91440" bIns="45720" rtlCol="0">
            <a:noAutofit/>
          </a:bodyPr>
          <a:lstStyle>
            <a:lvl1pPr marL="0" indent="0">
              <a:buNone/>
              <a:defRPr lang="en-US" dirty="0"/>
            </a:lvl1pPr>
          </a:lstStyle>
          <a:p>
            <a:pPr lvl="0" rtl="0"/>
            <a:r>
              <a:rPr lang="tr"/>
              <a:t>   </a:t>
            </a:r>
          </a:p>
        </p:txBody>
      </p:sp>
      <p:sp>
        <p:nvSpPr>
          <p:cNvPr id="8" name="İçerik Yer Tutucusu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2" name="Serbest Form: Şekil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Serbest Form: Şekil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7" name="Serbest Biçim: Şekil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Serbest Biçim: Şekil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Tarih Yer Tutucusu 10">
            <a:extLst>
              <a:ext uri="{FF2B5EF4-FFF2-40B4-BE49-F238E27FC236}">
                <a16:creationId xmlns:a16="http://schemas.microsoft.com/office/drawing/2014/main" id="{17A32686-A833-2D90-A6CD-8FDC182BA357}"/>
              </a:ext>
            </a:extLst>
          </p:cNvPr>
          <p:cNvSpPr>
            <a:spLocks noGrp="1"/>
          </p:cNvSpPr>
          <p:nvPr>
            <p:ph type="dt" sz="half" idx="15"/>
          </p:nvPr>
        </p:nvSpPr>
        <p:spPr/>
        <p:txBody>
          <a:bodyPr rtlCol="0"/>
          <a:lstStyle/>
          <a:p>
            <a:pPr rtl="0"/>
            <a:r>
              <a:rPr lang="en-US"/>
              <a:t>12/6/2025</a:t>
            </a:r>
          </a:p>
        </p:txBody>
      </p:sp>
      <p:sp>
        <p:nvSpPr>
          <p:cNvPr id="13" name="Alt Bilgi Yer Tutucusu 12">
            <a:extLst>
              <a:ext uri="{FF2B5EF4-FFF2-40B4-BE49-F238E27FC236}">
                <a16:creationId xmlns:a16="http://schemas.microsoft.com/office/drawing/2014/main" id="{2F3580A4-F556-BD40-543F-589EABE38A99}"/>
              </a:ext>
            </a:extLst>
          </p:cNvPr>
          <p:cNvSpPr>
            <a:spLocks noGrp="1"/>
          </p:cNvSpPr>
          <p:nvPr>
            <p:ph type="ftr" sz="quarter" idx="16"/>
          </p:nvPr>
        </p:nvSpPr>
        <p:spPr/>
        <p:txBody>
          <a:bodyPr rtlCol="0"/>
          <a:lstStyle/>
          <a:p>
            <a:pPr rtl="0"/>
            <a:endParaRPr lang="en-US"/>
          </a:p>
        </p:txBody>
      </p:sp>
      <p:sp>
        <p:nvSpPr>
          <p:cNvPr id="14" name="Slayt Numarası Yer Tutucusu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rtlCol="0"/>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312046406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üyük Sayı">
    <p:bg>
      <p:bgRef idx="1001">
        <a:schemeClr val="bg2"/>
      </p:bgRef>
    </p:bg>
    <p:spTree>
      <p:nvGrpSpPr>
        <p:cNvPr id="1" name=""/>
        <p:cNvGrpSpPr/>
        <p:nvPr/>
      </p:nvGrpSpPr>
      <p:grpSpPr>
        <a:xfrm>
          <a:off x="0" y="0"/>
          <a:ext cx="0" cy="0"/>
          <a:chOff x="0" y="0"/>
          <a:chExt cx="0" cy="0"/>
        </a:xfrm>
      </p:grpSpPr>
      <p:sp>
        <p:nvSpPr>
          <p:cNvPr id="10" name="Başlık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rtlCol="0"/>
          <a:lstStyle>
            <a:lvl1pPr>
              <a:lnSpc>
                <a:spcPct val="110000"/>
              </a:lnSpc>
              <a:defRPr sz="2400">
                <a:latin typeface="+mn-lt"/>
              </a:defRPr>
            </a:lvl1pPr>
          </a:lstStyle>
          <a:p>
            <a:pPr rtl="0"/>
            <a:r>
              <a:rPr lang="tr"/>
              <a:t>Asıl başlık stilini düzenlemek için tıklayın</a:t>
            </a:r>
          </a:p>
        </p:txBody>
      </p:sp>
      <p:sp>
        <p:nvSpPr>
          <p:cNvPr id="9" name="İçerik Yer Tutucusu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rtlCol="0"/>
          <a:lstStyle>
            <a:lvl1pPr>
              <a:defRPr sz="20000">
                <a:latin typeface="+mj-lt"/>
              </a:defRPr>
            </a:lvl1pPr>
          </a:lstStyle>
          <a:p>
            <a:pPr lvl="0" rtl="0"/>
            <a:r>
              <a:rPr lang="tr"/>
              <a:t>##%</a:t>
            </a:r>
          </a:p>
        </p:txBody>
      </p:sp>
      <p:sp>
        <p:nvSpPr>
          <p:cNvPr id="3" name="Tarih Yer Tutucusu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rtlCol="0"/>
          <a:lstStyle>
            <a:lvl1pPr>
              <a:defRPr>
                <a:solidFill>
                  <a:schemeClr val="tx1"/>
                </a:solidFill>
              </a:defRPr>
            </a:lvl1pPr>
          </a:lstStyle>
          <a:p>
            <a:pPr rtl="0"/>
            <a:r>
              <a:rPr lang="en-US"/>
              <a:t>12/6/2025</a:t>
            </a:r>
          </a:p>
        </p:txBody>
      </p:sp>
      <p:sp>
        <p:nvSpPr>
          <p:cNvPr id="4" name="Alt Bilgi Yer Tutucusu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rtlCol="0"/>
          <a:lstStyle>
            <a:lvl1pPr>
              <a:defRPr>
                <a:solidFill>
                  <a:schemeClr val="tx1"/>
                </a:solidFill>
              </a:defRPr>
            </a:lvl1pPr>
          </a:lstStyle>
          <a:p>
            <a:pPr rtl="0"/>
            <a:endParaRPr lang="en-US"/>
          </a:p>
        </p:txBody>
      </p:sp>
      <p:sp>
        <p:nvSpPr>
          <p:cNvPr id="5" name="Slayt Numarası Yer Tutucusu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rtlCol="0"/>
          <a:lstStyle>
            <a:lvl1pPr>
              <a:defRPr>
                <a:solidFill>
                  <a:schemeClr val="tx1"/>
                </a:solidFill>
              </a:defRPr>
            </a:lvl1pPr>
          </a:lstStyle>
          <a:p>
            <a:pPr rtl="0"/>
            <a:fld id="{AEAA3239-9EA4-4A65-A281-97F994456D9F}" type="slidenum">
              <a:rPr lang="en-US" smtClean="0"/>
              <a:pPr rtl="0"/>
              <a:t>‹#›</a:t>
            </a:fld>
            <a:endParaRPr lang="en-US"/>
          </a:p>
        </p:txBody>
      </p:sp>
      <p:sp>
        <p:nvSpPr>
          <p:cNvPr id="59" name="Serbest Form: Şekil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3" name="Serbest Form: Şekil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0" name="Serbest Form: Şekil 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9" name="Serbest Biçim: Şekil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615067377"/>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üyük Sayı 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rtlCol="0" anchor="t">
            <a:normAutofit/>
          </a:bodyPr>
          <a:lstStyle>
            <a:lvl1pPr algn="ctr">
              <a:lnSpc>
                <a:spcPct val="110000"/>
              </a:lnSpc>
              <a:defRPr sz="2400" b="0">
                <a:solidFill>
                  <a:schemeClr val="tx1"/>
                </a:solidFill>
                <a:latin typeface="+mn-lt"/>
              </a:defRPr>
            </a:lvl1pPr>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rtlCol="0" anchor="b">
            <a:noAutofit/>
          </a:bodyPr>
          <a:lstStyle>
            <a:lvl1pPr marL="0" indent="0" algn="ctr">
              <a:lnSpc>
                <a:spcPct val="90000"/>
              </a:lnSpc>
              <a:buNone/>
              <a:defRPr sz="23300" b="1">
                <a:solidFill>
                  <a:schemeClr val="tx2"/>
                </a:solidFill>
                <a:latin typeface="+mj-lt"/>
              </a:defRPr>
            </a:lvl1pPr>
          </a:lstStyle>
          <a:p>
            <a:pPr lvl="0" rtl="0"/>
            <a:r>
              <a:rPr lang="tr"/>
              <a:t>##%</a:t>
            </a:r>
          </a:p>
        </p:txBody>
      </p:sp>
      <p:sp>
        <p:nvSpPr>
          <p:cNvPr id="3" name="Tarih Yer Tutucusu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t>12/6/2025</a:t>
            </a:r>
          </a:p>
        </p:txBody>
      </p:sp>
      <p:sp>
        <p:nvSpPr>
          <p:cNvPr id="4" name="Alt Bilgi Yer Tutucusu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endParaRPr lang="en-US"/>
          </a:p>
        </p:txBody>
      </p:sp>
      <p:sp>
        <p:nvSpPr>
          <p:cNvPr id="5" name="Slayt Numarası Yer Tutucusu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a:t>
            </a:fld>
            <a:endParaRPr lang="en-US"/>
          </a:p>
        </p:txBody>
      </p:sp>
    </p:spTree>
    <p:extLst>
      <p:ext uri="{BB962C8B-B14F-4D97-AF65-F5344CB8AC3E}">
        <p14:creationId xmlns:p14="http://schemas.microsoft.com/office/powerpoint/2010/main" val="320906371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üyük Sayı 3">
    <p:bg>
      <p:bgRef idx="1001">
        <a:schemeClr val="bg2"/>
      </p:bgRef>
    </p:bg>
    <p:spTree>
      <p:nvGrpSpPr>
        <p:cNvPr id="1" name=""/>
        <p:cNvGrpSpPr/>
        <p:nvPr/>
      </p:nvGrpSpPr>
      <p:grpSpPr>
        <a:xfrm>
          <a:off x="0" y="0"/>
          <a:ext cx="0" cy="0"/>
          <a:chOff x="0" y="0"/>
          <a:chExt cx="0" cy="0"/>
        </a:xfrm>
      </p:grpSpPr>
      <p:sp>
        <p:nvSpPr>
          <p:cNvPr id="10" name="Başlık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rtlCol="0">
            <a:normAutofit/>
          </a:bodyPr>
          <a:lstStyle>
            <a:lvl1pPr>
              <a:lnSpc>
                <a:spcPct val="110000"/>
              </a:lnSpc>
              <a:defRPr sz="2400">
                <a:latin typeface="+mn-lt"/>
              </a:defRPr>
            </a:lvl1pPr>
          </a:lstStyle>
          <a:p>
            <a:pPr rtl="0"/>
            <a:r>
              <a:rPr lang="tr"/>
              <a:t>Asıl başlık stilini düzenlemek için tıklayın</a:t>
            </a:r>
          </a:p>
        </p:txBody>
      </p:sp>
      <p:sp>
        <p:nvSpPr>
          <p:cNvPr id="9" name="İçerik Yer Tutucusu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rtlCol="0" anchor="t"/>
          <a:lstStyle>
            <a:lvl1pPr>
              <a:lnSpc>
                <a:spcPct val="90000"/>
              </a:lnSpc>
              <a:defRPr sz="18000">
                <a:latin typeface="+mj-lt"/>
              </a:defRPr>
            </a:lvl1pPr>
          </a:lstStyle>
          <a:p>
            <a:pPr lvl="0" rtl="0"/>
            <a:r>
              <a:rPr lang="tr"/>
              <a:t>##%</a:t>
            </a:r>
          </a:p>
        </p:txBody>
      </p:sp>
      <p:sp>
        <p:nvSpPr>
          <p:cNvPr id="3" name="Tarih Yer Tutucusu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12/6/2025</a:t>
            </a:r>
          </a:p>
        </p:txBody>
      </p:sp>
      <p:sp>
        <p:nvSpPr>
          <p:cNvPr id="4" name="Alt Bilgi Yer Tutucusu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endParaRPr lang="en-US"/>
          </a:p>
        </p:txBody>
      </p:sp>
      <p:sp>
        <p:nvSpPr>
          <p:cNvPr id="5" name="Slayt Numarası Yer Tutucusu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02" name="Serbest Form: Şekil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8" name="Serbest Form: Şekil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0" name="Serbest Form: Şekil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4" name="Serbest Form: Şekil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3" name="Serbest Form: Şekil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6" name="Serbest Form: Şekil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5" name="Serbest Form: Şekil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27933664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üyük Sayı 4">
    <p:bg>
      <p:bgRef idx="1001">
        <a:schemeClr val="bg2"/>
      </p:bgRef>
    </p:bg>
    <p:spTree>
      <p:nvGrpSpPr>
        <p:cNvPr id="1" name=""/>
        <p:cNvGrpSpPr/>
        <p:nvPr/>
      </p:nvGrpSpPr>
      <p:grpSpPr>
        <a:xfrm>
          <a:off x="0" y="0"/>
          <a:ext cx="0" cy="0"/>
          <a:chOff x="0" y="0"/>
          <a:chExt cx="0" cy="0"/>
        </a:xfrm>
      </p:grpSpPr>
      <p:sp>
        <p:nvSpPr>
          <p:cNvPr id="10" name="Başlık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rtlCol="0">
            <a:normAutofit/>
          </a:bodyPr>
          <a:lstStyle>
            <a:lvl1pPr>
              <a:lnSpc>
                <a:spcPct val="110000"/>
              </a:lnSpc>
              <a:defRPr sz="2400">
                <a:latin typeface="+mn-lt"/>
              </a:defRPr>
            </a:lvl1pPr>
          </a:lstStyle>
          <a:p>
            <a:pPr rtl="0"/>
            <a:r>
              <a:rPr lang="tr"/>
              <a:t>Asıl başlık stilini düzenlemek için tıklayın</a:t>
            </a:r>
          </a:p>
        </p:txBody>
      </p:sp>
      <p:sp>
        <p:nvSpPr>
          <p:cNvPr id="9" name="İçerik Yer Tutucusu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rtlCol="0" anchor="b"/>
          <a:lstStyle>
            <a:lvl1pPr>
              <a:lnSpc>
                <a:spcPct val="100000"/>
              </a:lnSpc>
              <a:defRPr sz="19400">
                <a:solidFill>
                  <a:schemeClr val="tx2"/>
                </a:solidFill>
                <a:latin typeface="+mj-lt"/>
              </a:defRPr>
            </a:lvl1pPr>
          </a:lstStyle>
          <a:p>
            <a:pPr lvl="0" rtl="0"/>
            <a:r>
              <a:rPr lang="tr"/>
              <a:t>%##</a:t>
            </a:r>
          </a:p>
        </p:txBody>
      </p:sp>
      <p:sp>
        <p:nvSpPr>
          <p:cNvPr id="3" name="Tarih Yer Tutucusu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t>12/6/2025</a:t>
            </a:r>
          </a:p>
        </p:txBody>
      </p:sp>
      <p:sp>
        <p:nvSpPr>
          <p:cNvPr id="4" name="Alt Bilgi Yer Tutucusu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endParaRPr lang="en-US"/>
          </a:p>
        </p:txBody>
      </p:sp>
      <p:sp>
        <p:nvSpPr>
          <p:cNvPr id="5" name="Slayt Numarası Yer Tutucusu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a:t>
            </a:fld>
            <a:endParaRPr lang="en-US"/>
          </a:p>
        </p:txBody>
      </p:sp>
      <p:sp>
        <p:nvSpPr>
          <p:cNvPr id="35" name="Serbest Form: Şekil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6" name="Serbest Form: Şekil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1" name="Serbest Form: Şekil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0" name="Serbest Form: Şekil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021030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eyim">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rtlCol="0"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rtl="0"/>
            <a:r>
              <a:rPr lang="tr"/>
              <a:t>Deyim eklemek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4" name="Serbest Form: Şekil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Serbest Form: Şekil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Serbest Form: Şekil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Serbest Form: Şekil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Serbest Form: Şekil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Serbest Form: Şekil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33060955"/>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urum 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rtlCol="0"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rtl="0"/>
            <a:r>
              <a:rPr lang="tr"/>
              <a:t>Deyim eklemek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rtlCol="0"/>
          <a:lstStyle/>
          <a:p>
            <a:pPr rtl="0"/>
            <a:r>
              <a:rPr lang="en-US"/>
              <a:t>12/6/2025</a:t>
            </a:r>
          </a:p>
        </p:txBody>
      </p:sp>
      <p:sp>
        <p:nvSpPr>
          <p:cNvPr id="4" name="Alt Bilgi Yer Tutucusu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rtlCol="0"/>
          <a:lstStyle>
            <a:lvl1pPr algn="l">
              <a:defRPr/>
            </a:lvl1pPr>
          </a:lstStyle>
          <a:p>
            <a:pPr algn="l" rtl="0"/>
            <a:endParaRPr lang="en-US"/>
          </a:p>
        </p:txBody>
      </p:sp>
      <p:sp>
        <p:nvSpPr>
          <p:cNvPr id="5" name="Slayt Numarası Yer Tutucusu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rtlCol="0"/>
          <a:lstStyle/>
          <a:p>
            <a:pPr rtl="0"/>
            <a:fld id="{AEAA3239-9EA4-4A65-A281-97F994456D9F}" type="slidenum">
              <a:rPr lang="en-US" smtClean="0"/>
              <a:t>‹#›</a:t>
            </a:fld>
            <a:endParaRPr lang="en-US"/>
          </a:p>
        </p:txBody>
      </p:sp>
      <p:grpSp>
        <p:nvGrpSpPr>
          <p:cNvPr id="43" name="Grup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Serbest Form: Şekil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Serbest Biçim: Şekil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Serbest Form: Şekil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Serbest Form: Şekil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Serbest Form: Şekil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9" name="Serbest Form: Şekil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1" name="Serbest Biçim: Şekil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44" name="Grup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Serbest Biçim: Şekil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Serbest Form: Şekil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1251491134"/>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urum 3">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rtlCol="0"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rtl="0"/>
            <a:r>
              <a:rPr lang="tr"/>
              <a:t>Deyim eklemek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12/6/2025</a:t>
            </a:r>
          </a:p>
        </p:txBody>
      </p:sp>
      <p:sp>
        <p:nvSpPr>
          <p:cNvPr id="4" name="Alt Bilgi Yer Tutucusu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endParaRPr lang="en-US"/>
          </a:p>
        </p:txBody>
      </p:sp>
      <p:sp>
        <p:nvSpPr>
          <p:cNvPr id="5" name="Slayt Numarası Yer Tutucusu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924173607"/>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yim 4">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tx2"/>
                </a:solidFill>
              </a:defRPr>
            </a:lvl1pPr>
          </a:lstStyle>
          <a:p>
            <a:pPr rtl="0"/>
            <a:r>
              <a:rPr lang="tr"/>
              <a:t>Asıl başlık stilini düzenlemek için tıklayın</a:t>
            </a:r>
          </a:p>
        </p:txBody>
      </p:sp>
      <p:sp>
        <p:nvSpPr>
          <p:cNvPr id="14" name="İçerik Yer Tutucusu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rtlCol="0"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rtl="0"/>
            <a:r>
              <a:rPr lang="tr"/>
              <a:t>Deyim eklemek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3" name="Tarih Yer Tutucusu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12/6/2025</a:t>
            </a:r>
          </a:p>
        </p:txBody>
      </p:sp>
      <p:sp>
        <p:nvSpPr>
          <p:cNvPr id="4" name="Alt Bilgi Yer Tutucusu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endParaRPr lang="en-US"/>
          </a:p>
        </p:txBody>
      </p:sp>
      <p:sp>
        <p:nvSpPr>
          <p:cNvPr id="5" name="Slayt Numarası Yer Tutucusu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grpSp>
        <p:nvGrpSpPr>
          <p:cNvPr id="6" name="Grup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Serbest Form: Şekil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Serbest Biçim: Şekil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Serbest Biçim: Şekil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Serbest Biçim: Şekil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Serbest Form: Şekil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3885888667"/>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Alıntı">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rtlCol="0" anchor="ctr">
            <a:normAutofit/>
          </a:bodyPr>
          <a:lstStyle>
            <a:lvl1pPr>
              <a:lnSpc>
                <a:spcPct val="120000"/>
              </a:lnSpc>
              <a:defRPr sz="2000" cap="none" spc="0" baseline="0">
                <a:solidFill>
                  <a:schemeClr val="tx2"/>
                </a:solidFill>
                <a:latin typeface="+mn-lt"/>
              </a:defRPr>
            </a:lvl1pPr>
          </a:lstStyle>
          <a:p>
            <a:pPr rtl="0"/>
            <a:r>
              <a:rPr lang="tr"/>
              <a:t>Alıntı Yazarı</a:t>
            </a:r>
          </a:p>
        </p:txBody>
      </p:sp>
      <p:sp>
        <p:nvSpPr>
          <p:cNvPr id="7" name="İçerik Yer Tutucus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rtlCol="0" anchor="b">
            <a:normAutofit/>
          </a:bodyPr>
          <a:lstStyle>
            <a:lvl1pPr marL="0" indent="0">
              <a:lnSpc>
                <a:spcPct val="100000"/>
              </a:lnSpc>
              <a:spcBef>
                <a:spcPts val="0"/>
              </a:spcBef>
              <a:buNone/>
              <a:defRPr sz="5400" cap="all" baseline="0">
                <a:solidFill>
                  <a:schemeClr val="tx2"/>
                </a:solidFill>
                <a:latin typeface="+mj-lt"/>
              </a:defRPr>
            </a:lvl1pPr>
          </a:lstStyle>
          <a:p>
            <a:pPr lvl="0" rtl="0"/>
            <a:r>
              <a:rPr lang="tr"/>
              <a:t>Alıntı eklemek için tıklayın</a:t>
            </a:r>
          </a:p>
        </p:txBody>
      </p:sp>
      <p:sp>
        <p:nvSpPr>
          <p:cNvPr id="3" name="Tarih Yer Tutucusu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rtlCol="0"/>
          <a:lstStyle/>
          <a:p>
            <a:pPr rtl="0"/>
            <a:r>
              <a:rPr lang="en-US"/>
              <a:t>12/6/2025</a:t>
            </a:r>
          </a:p>
        </p:txBody>
      </p:sp>
      <p:sp>
        <p:nvSpPr>
          <p:cNvPr id="4" name="Alt Bilgi Yer Tutucusu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rtlCol="0"/>
          <a:lstStyle>
            <a:lvl1pPr algn="r">
              <a:defRPr/>
            </a:lvl1pPr>
          </a:lstStyle>
          <a:p>
            <a:pPr algn="r" rtl="0"/>
            <a:endParaRPr lang="en-US"/>
          </a:p>
        </p:txBody>
      </p:sp>
      <p:sp>
        <p:nvSpPr>
          <p:cNvPr id="5" name="Slayt Numarası Yer Tutucusu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52" name="Serbest Form: Şekil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1" name="Serbest Form: Şekil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9" name="Serbest Form: Şekil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7" name="Serbest Biçim: Şekil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88263536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lıntı 2">
    <p:bg>
      <p:bgRef idx="1001">
        <a:schemeClr val="bg2"/>
      </p:bgRef>
    </p:bg>
    <p:spTree>
      <p:nvGrpSpPr>
        <p:cNvPr id="1" name=""/>
        <p:cNvGrpSpPr/>
        <p:nvPr/>
      </p:nvGrpSpPr>
      <p:grpSpPr>
        <a:xfrm>
          <a:off x="0" y="0"/>
          <a:ext cx="0" cy="0"/>
          <a:chOff x="0" y="0"/>
          <a:chExt cx="0" cy="0"/>
        </a:xfrm>
      </p:grpSpPr>
      <p:sp>
        <p:nvSpPr>
          <p:cNvPr id="10" name="Başlık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rtlCol="0" anchor="ctr">
            <a:normAutofit/>
          </a:bodyPr>
          <a:lstStyle>
            <a:lvl1pPr>
              <a:lnSpc>
                <a:spcPct val="120000"/>
              </a:lnSpc>
              <a:defRPr sz="2000" cap="none" baseline="0">
                <a:latin typeface="+mn-lt"/>
              </a:defRPr>
            </a:lvl1pPr>
          </a:lstStyle>
          <a:p>
            <a:pPr rtl="0"/>
            <a:r>
              <a:rPr lang="tr"/>
              <a:t>Alıntı Yazarı</a:t>
            </a:r>
          </a:p>
        </p:txBody>
      </p:sp>
      <p:sp>
        <p:nvSpPr>
          <p:cNvPr id="9" name="İçerik Yer Tutucusu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rtlCol="0" anchor="b">
            <a:normAutofit/>
          </a:bodyPr>
          <a:lstStyle>
            <a:lvl1pPr>
              <a:lnSpc>
                <a:spcPct val="100000"/>
              </a:lnSpc>
              <a:spcBef>
                <a:spcPts val="0"/>
              </a:spcBef>
              <a:defRPr sz="4800" cap="all" baseline="0">
                <a:latin typeface="+mj-lt"/>
              </a:defRPr>
            </a:lvl1pPr>
          </a:lstStyle>
          <a:p>
            <a:pPr lvl="0" rtl="0"/>
            <a:r>
              <a:rPr lang="tr"/>
              <a:t>Alıntı eklemek için tıklayın</a:t>
            </a:r>
          </a:p>
        </p:txBody>
      </p:sp>
      <p:sp>
        <p:nvSpPr>
          <p:cNvPr id="3" name="Tarih Yer Tutucusu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12/6/2025</a:t>
            </a:r>
          </a:p>
        </p:txBody>
      </p:sp>
      <p:sp>
        <p:nvSpPr>
          <p:cNvPr id="4" name="Alt Bilgi Yer Tutucusu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endParaRPr lang="en-US"/>
          </a:p>
        </p:txBody>
      </p:sp>
      <p:sp>
        <p:nvSpPr>
          <p:cNvPr id="5" name="Slayt Numarası Yer Tutucusu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33" name="Serbest Biçim: Şekil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2" name="Serbest Form: Şekil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3" name="Serbest Form: Şekil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6" name="Serbest Form: Şekil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4" name="Serbest Form: Şekil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5" name="Serbest Form: Şekil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28961943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lıntı 3">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rtlCol="0" anchor="ctr">
            <a:normAutofit/>
          </a:bodyPr>
          <a:lstStyle>
            <a:lvl1pPr algn="ctr">
              <a:lnSpc>
                <a:spcPct val="120000"/>
              </a:lnSpc>
              <a:defRPr sz="2000" b="0" cap="none" spc="0" baseline="0">
                <a:solidFill>
                  <a:schemeClr val="tx1"/>
                </a:solidFill>
                <a:latin typeface="+mn-lt"/>
              </a:defRPr>
            </a:lvl1pPr>
          </a:lstStyle>
          <a:p>
            <a:pPr rtl="0"/>
            <a:r>
              <a:rPr lang="tr"/>
              <a:t>Alıntı Yazarı</a:t>
            </a:r>
          </a:p>
        </p:txBody>
      </p:sp>
      <p:sp>
        <p:nvSpPr>
          <p:cNvPr id="7" name="İçerik Yer Tutucus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rtlCol="0"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rtl="0"/>
            <a:r>
              <a:rPr lang="tr"/>
              <a:t>Alıntı eklemek için tıklayın</a:t>
            </a:r>
          </a:p>
        </p:txBody>
      </p:sp>
      <p:sp>
        <p:nvSpPr>
          <p:cNvPr id="3" name="Tarih Yer Tutucusu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12/6/2025</a:t>
            </a:r>
          </a:p>
        </p:txBody>
      </p:sp>
      <p:sp>
        <p:nvSpPr>
          <p:cNvPr id="4" name="Alt Bilgi Yer Tutucusu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endParaRPr lang="en-US"/>
          </a:p>
        </p:txBody>
      </p:sp>
      <p:sp>
        <p:nvSpPr>
          <p:cNvPr id="5" name="Slayt Numarası Yer Tutucusu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04925475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İki İçerik">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rtlCol="0" anchor="t"/>
          <a:lstStyle/>
          <a:p>
            <a:pPr rtl="0"/>
            <a:r>
              <a:rPr lang="tr"/>
              <a:t>Asıl başlık stilini düzenlemek için tıklayın</a:t>
            </a:r>
          </a:p>
        </p:txBody>
      </p:sp>
      <p:sp>
        <p:nvSpPr>
          <p:cNvPr id="4" name="İçerik Yer Tutucusu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10" name="İçerik Yer Tutucusu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12/6/2025</a:t>
            </a:r>
          </a:p>
        </p:txBody>
      </p:sp>
      <p:sp>
        <p:nvSpPr>
          <p:cNvPr id="6" name="Alt Bilgi Yer Tutucusu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7" name="Slayt Numarası Yer Tutucusu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73158131"/>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Karşılaştırma">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rtlCol="0" anchor="t"/>
          <a:lstStyle/>
          <a:p>
            <a:pPr rtl="0"/>
            <a:r>
              <a:rPr lang="tr"/>
              <a:t>Asıl başlık stilini düzenlemek için tıklayın</a:t>
            </a:r>
          </a:p>
        </p:txBody>
      </p:sp>
      <p:sp>
        <p:nvSpPr>
          <p:cNvPr id="3" name="Metin Yer Tutucusu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rtlCol="0"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
              <a:t>Asıl metin stillerini düzenlemek için tıklayın</a:t>
            </a:r>
          </a:p>
        </p:txBody>
      </p:sp>
      <p:sp>
        <p:nvSpPr>
          <p:cNvPr id="6" name="İçerik Yer Tutucusu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Metin Yer Tutucusu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rtlCol="0"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
              <a:t>Asıl metin stillerini düzenlemek için tıklayın</a:t>
            </a:r>
          </a:p>
        </p:txBody>
      </p:sp>
      <p:sp>
        <p:nvSpPr>
          <p:cNvPr id="12" name="İçerik Yer Tutucusu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rtlCol="0"/>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7" name="Tarih Yer Tutucusu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12/6/2025</a:t>
            </a:r>
          </a:p>
        </p:txBody>
      </p:sp>
      <p:sp>
        <p:nvSpPr>
          <p:cNvPr id="8" name="Alt Bilgi Yer Tutucusu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endParaRPr lang="en-US"/>
          </a:p>
        </p:txBody>
      </p:sp>
      <p:sp>
        <p:nvSpPr>
          <p:cNvPr id="9" name="Slayt Numarası Yer Tutucusu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596807304"/>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Yalnızca Başlık">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634030" y="634999"/>
            <a:ext cx="10923934" cy="1113476"/>
          </a:xfrm>
        </p:spPr>
        <p:txBody>
          <a:bodyPr rtlCol="0" anchor="t"/>
          <a:lstStyle/>
          <a:p>
            <a:pPr rtl="0"/>
            <a:r>
              <a:rPr lang="tr"/>
              <a:t>Asıl başlık stilini düzenlemek için tıklayın</a:t>
            </a:r>
          </a:p>
        </p:txBody>
      </p:sp>
      <p:sp>
        <p:nvSpPr>
          <p:cNvPr id="3" name="Tarih Yer Tutucusu 2"/>
          <p:cNvSpPr>
            <a:spLocks noGrp="1"/>
          </p:cNvSpPr>
          <p:nvPr>
            <p:ph type="dt" sz="half" idx="10"/>
          </p:nvPr>
        </p:nvSpPr>
        <p:spPr/>
        <p:txBody>
          <a:bodyPr rtlCol="0"/>
          <a:lstStyle/>
          <a:p>
            <a:pPr rtl="0"/>
            <a:r>
              <a:rPr lang="en-US"/>
              <a:t>12/6/2025</a:t>
            </a:r>
          </a:p>
        </p:txBody>
      </p:sp>
      <p:sp>
        <p:nvSpPr>
          <p:cNvPr id="4" name="Alt Bilgi Yer Tutucusu 3"/>
          <p:cNvSpPr>
            <a:spLocks noGrp="1"/>
          </p:cNvSpPr>
          <p:nvPr>
            <p:ph type="ftr" sz="quarter" idx="11"/>
          </p:nvPr>
        </p:nvSpPr>
        <p:spPr/>
        <p:txBody>
          <a:bodyPr rtlCol="0"/>
          <a:lstStyle/>
          <a:p>
            <a:pPr rtl="0"/>
            <a:endParaRPr lang="en-US"/>
          </a:p>
        </p:txBody>
      </p:sp>
      <p:sp>
        <p:nvSpPr>
          <p:cNvPr id="5" name="Slayt Numarası Yer Tutucusu 4"/>
          <p:cNvSpPr>
            <a:spLocks noGrp="1"/>
          </p:cNvSpPr>
          <p:nvPr>
            <p:ph type="sldNum" sz="quarter" idx="12"/>
          </p:nvPr>
        </p:nvSpPr>
        <p:spPr/>
        <p:txBody>
          <a:bodyPr rtlCol="0"/>
          <a:lstStyle/>
          <a:p>
            <a:pPr rtl="0"/>
            <a:fld id="{48F63A3B-78C7-47BE-AE5E-E10140E04643}" type="slidenum">
              <a:rPr lang="en-US" dirty="0"/>
              <a:t>‹#›</a:t>
            </a:fld>
            <a:endParaRPr lang="en-US"/>
          </a:p>
        </p:txBody>
      </p:sp>
    </p:spTree>
    <p:extLst>
      <p:ext uri="{BB962C8B-B14F-4D97-AF65-F5344CB8AC3E}">
        <p14:creationId xmlns:p14="http://schemas.microsoft.com/office/powerpoint/2010/main" val="282854244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oş">
    <p:bg>
      <p:bgRef idx="1001">
        <a:schemeClr val="bg2"/>
      </p:bgRef>
    </p:bg>
    <p:spTree>
      <p:nvGrpSpPr>
        <p:cNvPr id="1" name=""/>
        <p:cNvGrpSpPr/>
        <p:nvPr/>
      </p:nvGrpSpPr>
      <p:grpSpPr>
        <a:xfrm>
          <a:off x="0" y="0"/>
          <a:ext cx="0" cy="0"/>
          <a:chOff x="0" y="0"/>
          <a:chExt cx="0" cy="0"/>
        </a:xfrm>
      </p:grpSpPr>
      <p:sp>
        <p:nvSpPr>
          <p:cNvPr id="2" name="Tarih Yer Tutucusu 1"/>
          <p:cNvSpPr>
            <a:spLocks noGrp="1"/>
          </p:cNvSpPr>
          <p:nvPr>
            <p:ph type="dt" sz="half" idx="10"/>
          </p:nvPr>
        </p:nvSpPr>
        <p:spPr/>
        <p:txBody>
          <a:bodyPr rtlCol="0"/>
          <a:lstStyle/>
          <a:p>
            <a:pPr rtl="0"/>
            <a:r>
              <a:rPr lang="en-US"/>
              <a:t>12/6/2025</a:t>
            </a:r>
          </a:p>
        </p:txBody>
      </p:sp>
      <p:sp>
        <p:nvSpPr>
          <p:cNvPr id="3" name="Alt Bilgi Yer Tutucusu 2"/>
          <p:cNvSpPr>
            <a:spLocks noGrp="1"/>
          </p:cNvSpPr>
          <p:nvPr>
            <p:ph type="ftr" sz="quarter" idx="11"/>
          </p:nvPr>
        </p:nvSpPr>
        <p:spPr/>
        <p:txBody>
          <a:bodyPr rtlCol="0"/>
          <a:lstStyle/>
          <a:p>
            <a:pPr rtl="0"/>
            <a:endParaRPr lang="en-US"/>
          </a:p>
        </p:txBody>
      </p:sp>
      <p:sp>
        <p:nvSpPr>
          <p:cNvPr id="4" name="Slayt Numarası Yer Tutucusu 3"/>
          <p:cNvSpPr>
            <a:spLocks noGrp="1"/>
          </p:cNvSpPr>
          <p:nvPr>
            <p:ph type="sldNum" sz="quarter" idx="12"/>
          </p:nvPr>
        </p:nvSpPr>
        <p:spPr/>
        <p:txBody>
          <a:bodyPr rtlCol="0"/>
          <a:lstStyle/>
          <a:p>
            <a:pPr rtl="0"/>
            <a:fld id="{48F63A3B-78C7-47BE-AE5E-E10140E04643}" type="slidenum">
              <a:rPr lang="en-US" dirty="0"/>
              <a:t>‹#›</a:t>
            </a:fld>
            <a:endParaRPr lang="en-US"/>
          </a:p>
        </p:txBody>
      </p:sp>
    </p:spTree>
    <p:extLst>
      <p:ext uri="{BB962C8B-B14F-4D97-AF65-F5344CB8AC3E}">
        <p14:creationId xmlns:p14="http://schemas.microsoft.com/office/powerpoint/2010/main" val="99766169"/>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esim Yazılı İçerik">
    <p:bg>
      <p:bgRef idx="1001">
        <a:schemeClr val="bg2"/>
      </p:bgRef>
    </p:bg>
    <p:spTree>
      <p:nvGrpSpPr>
        <p:cNvPr id="1" name=""/>
        <p:cNvGrpSpPr/>
        <p:nvPr/>
      </p:nvGrpSpPr>
      <p:grpSpPr>
        <a:xfrm>
          <a:off x="0" y="0"/>
          <a:ext cx="0" cy="0"/>
          <a:chOff x="0" y="0"/>
          <a:chExt cx="0" cy="0"/>
        </a:xfrm>
      </p:grpSpPr>
      <p:sp>
        <p:nvSpPr>
          <p:cNvPr id="8" name="Başlık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rtlCol="0" anchor="t">
            <a:normAutofit/>
          </a:bodyPr>
          <a:lstStyle>
            <a:lvl1pPr>
              <a:defRPr sz="2800"/>
            </a:lvl1pPr>
          </a:lstStyle>
          <a:p>
            <a:pPr rtl="0"/>
            <a:r>
              <a:rPr lang="tr"/>
              <a:t>Asıl başlık stilini düzenlemek için tıklayın</a:t>
            </a:r>
          </a:p>
        </p:txBody>
      </p:sp>
      <p:sp>
        <p:nvSpPr>
          <p:cNvPr id="9" name="Metin Yer Tutucusu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
              <a:t>Asıl metin stillerini düzenlemek için tıklayın</a:t>
            </a:r>
          </a:p>
        </p:txBody>
      </p:sp>
      <p:sp>
        <p:nvSpPr>
          <p:cNvPr id="3" name="İçerik Yer Tutucusu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5" name="Tarih Yer Tutucusu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12/6/2025</a:t>
            </a:r>
          </a:p>
        </p:txBody>
      </p:sp>
      <p:sp>
        <p:nvSpPr>
          <p:cNvPr id="6" name="Alt Bilgi Yer Tutucusu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tr"/>
              <a:t>Örnek Alt Bilgi Metni</a:t>
            </a:r>
          </a:p>
        </p:txBody>
      </p:sp>
      <p:sp>
        <p:nvSpPr>
          <p:cNvPr id="7" name="Slayt Numarası Yer Tutucusu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53258601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esim Yazılı Resim">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634030" y="634998"/>
            <a:ext cx="4328497" cy="2239015"/>
          </a:xfrm>
        </p:spPr>
        <p:txBody>
          <a:bodyPr rtlCol="0" anchor="t">
            <a:normAutofit/>
          </a:bodyPr>
          <a:lstStyle>
            <a:lvl1pPr>
              <a:defRPr sz="2800"/>
            </a:lvl1pPr>
          </a:lstStyle>
          <a:p>
            <a:pPr rtl="0"/>
            <a:r>
              <a:rPr lang="tr"/>
              <a:t>Asıl başlık stilini düzenlemek için tıklayın</a:t>
            </a:r>
          </a:p>
        </p:txBody>
      </p:sp>
      <p:sp>
        <p:nvSpPr>
          <p:cNvPr id="4" name="Metin Yer Tutucusu 3"/>
          <p:cNvSpPr>
            <a:spLocks noGrp="1"/>
          </p:cNvSpPr>
          <p:nvPr>
            <p:ph type="body" sz="half" idx="2"/>
          </p:nvPr>
        </p:nvSpPr>
        <p:spPr>
          <a:xfrm>
            <a:off x="634030" y="3242949"/>
            <a:ext cx="4328497" cy="2976875"/>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
              <a:t>Asıl metin stillerini düzenlemek için tıklayın</a:t>
            </a:r>
          </a:p>
        </p:txBody>
      </p:sp>
      <p:sp>
        <p:nvSpPr>
          <p:cNvPr id="38" name="Resim Yer Tutucusu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3301" t="-21650" r="-43234" b="-1"/>
            </a:stretch>
          </a:blipFill>
        </p:spPr>
        <p:txBody>
          <a:bodyPr wrap="square" rtlCol="0">
            <a:noAutofit/>
          </a:bodyPr>
          <a:lstStyle>
            <a:lvl1pPr>
              <a:defRPr/>
            </a:lvl1pPr>
          </a:lstStyle>
          <a:p>
            <a:pPr rtl="0"/>
            <a:r>
              <a:rPr lang="tr"/>
              <a:t>   </a:t>
            </a:r>
          </a:p>
        </p:txBody>
      </p:sp>
      <p:sp>
        <p:nvSpPr>
          <p:cNvPr id="5" name="Tarih Yer Tutucusu 4"/>
          <p:cNvSpPr>
            <a:spLocks noGrp="1"/>
          </p:cNvSpPr>
          <p:nvPr>
            <p:ph type="dt" sz="half" idx="10"/>
          </p:nvPr>
        </p:nvSpPr>
        <p:spPr/>
        <p:txBody>
          <a:bodyPr rtlCol="0"/>
          <a:lstStyle/>
          <a:p>
            <a:pPr rtl="0"/>
            <a:r>
              <a:rPr lang="en-US"/>
              <a:t>12/6/2025</a:t>
            </a:r>
          </a:p>
        </p:txBody>
      </p:sp>
      <p:sp>
        <p:nvSpPr>
          <p:cNvPr id="6" name="Alt Bilgi Yer Tutucusu 5"/>
          <p:cNvSpPr>
            <a:spLocks noGrp="1"/>
          </p:cNvSpPr>
          <p:nvPr>
            <p:ph type="ftr" sz="quarter" idx="11"/>
          </p:nvPr>
        </p:nvSpPr>
        <p:spPr/>
        <p:txBody>
          <a:bodyPr rtlCol="0"/>
          <a:lstStyle/>
          <a:p>
            <a:pPr rtl="0"/>
            <a:endParaRPr lang="en-US"/>
          </a:p>
        </p:txBody>
      </p:sp>
      <p:sp>
        <p:nvSpPr>
          <p:cNvPr id="7" name="Slayt Numarası Yer Tutucusu 6"/>
          <p:cNvSpPr>
            <a:spLocks noGrp="1"/>
          </p:cNvSpPr>
          <p:nvPr>
            <p:ph type="sldNum" sz="quarter" idx="12"/>
          </p:nvPr>
        </p:nvSpPr>
        <p:spPr/>
        <p:txBody>
          <a:bodyPr rtlCol="0"/>
          <a:lstStyle/>
          <a:p>
            <a:pPr rtl="0"/>
            <a:fld id="{48F63A3B-78C7-47BE-AE5E-E10140E04643}" type="slidenum">
              <a:rPr lang="en-US" dirty="0"/>
              <a:t>‹#›</a:t>
            </a:fld>
            <a:endParaRPr lang="en-US"/>
          </a:p>
        </p:txBody>
      </p:sp>
    </p:spTree>
    <p:extLst>
      <p:ext uri="{BB962C8B-B14F-4D97-AF65-F5344CB8AC3E}">
        <p14:creationId xmlns:p14="http://schemas.microsoft.com/office/powerpoint/2010/main" val="3954553895"/>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onuç">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rtlCol="0" anchor="b">
            <a:normAutofit/>
          </a:bodyPr>
          <a:lstStyle>
            <a:lvl1pPr>
              <a:defRPr sz="3000"/>
            </a:lvl1pPr>
          </a:lstStyle>
          <a:p>
            <a:pPr rtl="0"/>
            <a:r>
              <a:rPr lang="tr"/>
              <a:t>Asıl başlık stilini düzenlemek için tıklayın</a:t>
            </a:r>
          </a:p>
        </p:txBody>
      </p:sp>
      <p:sp>
        <p:nvSpPr>
          <p:cNvPr id="8" name="İçerik Yer Tutucusu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tr"/>
              <a:t>Asıl metin stillerini düzenlemek için tıklayın</a:t>
            </a:r>
          </a:p>
          <a:p>
            <a:pPr lvl="1" rtl="0"/>
            <a:r>
              <a:rPr lang="tr"/>
              <a:t>İkinci düzey</a:t>
            </a:r>
          </a:p>
          <a:p>
            <a:pPr lvl="2" rtl="0"/>
            <a:r>
              <a:rPr lang="tr"/>
              <a:t>Üçüncü düzey</a:t>
            </a:r>
          </a:p>
          <a:p>
            <a:pPr lvl="3" rtl="0"/>
            <a:r>
              <a:rPr lang="tr"/>
              <a:t>Dördüncü düzey</a:t>
            </a:r>
          </a:p>
          <a:p>
            <a:pPr lvl="4" rtl="0"/>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12/6/2025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4" name="Serbest Form: Şekil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1" name="Serbest Form: Şekil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8" name="Serbest Form: Şekil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Serbest Form: Şekil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Serbest Form: Şekil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0" name="Serbest Form: Şekil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8" name="Serbest Form: Şekil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6" name="Serbest Form: Şekil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326292726"/>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onuç 2">
    <p:bg>
      <p:bgRef idx="1001">
        <a:schemeClr val="bg2"/>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rtlCol="0" anchor="b">
            <a:noAutofit/>
          </a:bodyPr>
          <a:lstStyle>
            <a:lvl1pPr>
              <a:defRPr sz="3000"/>
            </a:lvl1pPr>
          </a:lstStyle>
          <a:p>
            <a:pPr rtl="0"/>
            <a:r>
              <a:rPr lang="tr"/>
              <a:t>Asıl başlık stilini düzenlemek için tıklayın</a:t>
            </a:r>
          </a:p>
        </p:txBody>
      </p:sp>
      <p:sp>
        <p:nvSpPr>
          <p:cNvPr id="7" name="İçerik Yer Tutucusu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rtl="0">
              <a:lnSpc>
                <a:spcPct val="120000"/>
              </a:lnSpc>
            </a:pPr>
            <a:r>
              <a:rPr lang="tr"/>
              <a:t>Asıl metin stillerini düzenlemek için tıklayın</a:t>
            </a:r>
          </a:p>
          <a:p>
            <a:pPr marL="571500" lvl="1" indent="-342900" rtl="0">
              <a:lnSpc>
                <a:spcPct val="120000"/>
              </a:lnSpc>
            </a:pPr>
            <a:r>
              <a:rPr lang="tr"/>
              <a:t>İkinci düzey</a:t>
            </a:r>
          </a:p>
          <a:p>
            <a:pPr marL="800100" lvl="2" indent="-342900" rtl="0">
              <a:lnSpc>
                <a:spcPct val="120000"/>
              </a:lnSpc>
            </a:pPr>
            <a:r>
              <a:rPr lang="tr"/>
              <a:t>Üçüncü düzey</a:t>
            </a:r>
          </a:p>
          <a:p>
            <a:pPr marL="1028700" lvl="3" indent="-342900" rtl="0">
              <a:lnSpc>
                <a:spcPct val="120000"/>
              </a:lnSpc>
            </a:pPr>
            <a:r>
              <a:rPr lang="tr"/>
              <a:t>Dördüncü düzey</a:t>
            </a:r>
          </a:p>
          <a:p>
            <a:pPr marL="1257300" lvl="4" indent="-342900" rtl="0">
              <a:lnSpc>
                <a:spcPct val="120000"/>
              </a:lnSpc>
            </a:pPr>
            <a:r>
              <a:rPr lang="tr"/>
              <a:t>Beşinci düzey</a:t>
            </a:r>
          </a:p>
        </p:txBody>
      </p:sp>
      <p:sp>
        <p:nvSpPr>
          <p:cNvPr id="4" name="Tarih Yer Tutucusu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12/6/2025</a:t>
            </a:r>
          </a:p>
        </p:txBody>
      </p:sp>
      <p:sp>
        <p:nvSpPr>
          <p:cNvPr id="5" name="Alt Bilgi Yer Tutucusu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6" name="Slayt Numarası Yer Tutucusu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21" name="Serbest Form: Şekil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9" name="Serbest Biçim: Şekil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7" name="Serbest Biçim: Şekil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4" name="Serbest Biçim: Şekil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2" name="Serbest Form: Şekil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97779730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pPr rtl="0"/>
            <a:r>
              <a:rPr lang="tr"/>
              <a:t>Asıl başlık stilini düzenlemek için tıklayın</a:t>
            </a:r>
          </a:p>
        </p:txBody>
      </p:sp>
      <p:sp>
        <p:nvSpPr>
          <p:cNvPr id="3" name="Metin Yer Tutucusu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rtl="0">
              <a:lnSpc>
                <a:spcPct val="120000"/>
              </a:lnSpc>
            </a:pPr>
            <a:r>
              <a:rPr lang="tr"/>
              <a:t>Asıl metin stillerini düzenlemek için tıklayın</a:t>
            </a:r>
          </a:p>
          <a:p>
            <a:pPr marL="571500" lvl="1" indent="-342900" rtl="0">
              <a:lnSpc>
                <a:spcPct val="120000"/>
              </a:lnSpc>
            </a:pPr>
            <a:r>
              <a:rPr lang="tr"/>
              <a:t>İkinci düzey</a:t>
            </a:r>
          </a:p>
          <a:p>
            <a:pPr marL="800100" lvl="2" indent="-342900" rtl="0">
              <a:lnSpc>
                <a:spcPct val="120000"/>
              </a:lnSpc>
            </a:pPr>
            <a:r>
              <a:rPr lang="tr"/>
              <a:t>Üçüncü düzey</a:t>
            </a:r>
          </a:p>
          <a:p>
            <a:pPr marL="1028700" lvl="3" indent="-342900" rtl="0">
              <a:lnSpc>
                <a:spcPct val="120000"/>
              </a:lnSpc>
            </a:pPr>
            <a:r>
              <a:rPr lang="tr"/>
              <a:t>Dördüncü düzey</a:t>
            </a:r>
          </a:p>
          <a:p>
            <a:pPr marL="1257300" lvl="4" indent="-342900" rtl="0">
              <a:lnSpc>
                <a:spcPct val="120000"/>
              </a:lnSpc>
            </a:pPr>
            <a:r>
              <a:rPr lang="tr"/>
              <a:t>Beşinci düzey</a:t>
            </a:r>
          </a:p>
        </p:txBody>
      </p:sp>
      <p:sp>
        <p:nvSpPr>
          <p:cNvPr id="4" name="Tarih Yer Tutucusu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pPr rtl="0"/>
            <a:r>
              <a:rPr lang="en-US"/>
              <a:t>12/6/2025</a:t>
            </a:r>
          </a:p>
        </p:txBody>
      </p:sp>
      <p:sp>
        <p:nvSpPr>
          <p:cNvPr id="5" name="Alt Bilgi Yer Tutucusu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pPr rtl="0"/>
            <a:endParaRPr lang="en-US"/>
          </a:p>
        </p:txBody>
      </p:sp>
      <p:sp>
        <p:nvSpPr>
          <p:cNvPr id="6" name="Slayt Numarası Yer Tutucusu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pPr rtl="0"/>
            <a:fld id="{48F63A3B-78C7-47BE-AE5E-E10140E04643}" type="slidenum">
              <a:rPr lang="en-US" smtClean="0"/>
              <a:pPr rtl="0"/>
              <a:t>‹#›</a:t>
            </a:fld>
            <a:endParaRPr lang="en-US"/>
          </a:p>
        </p:txBody>
      </p:sp>
    </p:spTree>
    <p:extLst>
      <p:ext uri="{BB962C8B-B14F-4D97-AF65-F5344CB8AC3E}">
        <p14:creationId xmlns:p14="http://schemas.microsoft.com/office/powerpoint/2010/main" val="268307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DCDF-45FA-3C94-2965-08F9155C41F2}"/>
              </a:ext>
            </a:extLst>
          </p:cNvPr>
          <p:cNvSpPr>
            <a:spLocks noGrp="1"/>
          </p:cNvSpPr>
          <p:nvPr>
            <p:ph type="ctrTitle"/>
          </p:nvPr>
        </p:nvSpPr>
        <p:spPr>
          <a:xfrm>
            <a:off x="6076117" y="634999"/>
            <a:ext cx="5777527" cy="2794001"/>
          </a:xfrm>
        </p:spPr>
        <p:txBody>
          <a:bodyPr anchor="b">
            <a:normAutofit/>
          </a:bodyPr>
          <a:lstStyle/>
          <a:p>
            <a:r>
              <a:rPr lang="en-US" dirty="0" err="1"/>
              <a:t>Araç</a:t>
            </a:r>
            <a:r>
              <a:rPr lang="en-US" dirty="0"/>
              <a:t> K</a:t>
            </a:r>
            <a:r>
              <a:rPr lang="tr-TR" dirty="0"/>
              <a:t>İ</a:t>
            </a:r>
            <a:r>
              <a:rPr lang="en-US" dirty="0" err="1"/>
              <a:t>ralama</a:t>
            </a:r>
            <a:r>
              <a:rPr lang="en-US" dirty="0"/>
              <a:t> (Rent-a-Car) Tak</a:t>
            </a:r>
            <a:r>
              <a:rPr lang="tr-TR" dirty="0"/>
              <a:t>İ</a:t>
            </a:r>
            <a:r>
              <a:rPr lang="en-US" dirty="0"/>
              <a:t>p S</a:t>
            </a:r>
            <a:r>
              <a:rPr lang="tr-TR" dirty="0"/>
              <a:t>İ</a:t>
            </a:r>
            <a:r>
              <a:rPr lang="en-US" dirty="0"/>
              <a:t>stem</a:t>
            </a:r>
            <a:r>
              <a:rPr lang="tr-TR" dirty="0"/>
              <a:t>İ</a:t>
            </a:r>
            <a:endParaRPr lang="en-US" dirty="0"/>
          </a:p>
        </p:txBody>
      </p:sp>
      <p:sp>
        <p:nvSpPr>
          <p:cNvPr id="3" name="Subtitle 2">
            <a:extLst>
              <a:ext uri="{FF2B5EF4-FFF2-40B4-BE49-F238E27FC236}">
                <a16:creationId xmlns:a16="http://schemas.microsoft.com/office/drawing/2014/main" id="{10F039AE-B7A5-51F5-5342-167A0DE317C3}"/>
              </a:ext>
            </a:extLst>
          </p:cNvPr>
          <p:cNvSpPr>
            <a:spLocks noGrp="1"/>
          </p:cNvSpPr>
          <p:nvPr>
            <p:ph type="subTitle" idx="1"/>
          </p:nvPr>
        </p:nvSpPr>
        <p:spPr>
          <a:xfrm>
            <a:off x="6232405" y="3657118"/>
            <a:ext cx="5959595" cy="394765"/>
          </a:xfrm>
        </p:spPr>
        <p:txBody>
          <a:bodyPr anchor="t">
            <a:normAutofit/>
          </a:bodyPr>
          <a:lstStyle/>
          <a:p>
            <a:r>
              <a:rPr lang="tr-TR" sz="1800" b="1" dirty="0">
                <a:latin typeface="Arial" panose="020B0604020202020204" pitchFamily="34" charset="0"/>
                <a:cs typeface="Arial" panose="020B0604020202020204" pitchFamily="34" charset="0"/>
              </a:rPr>
              <a:t>Veri Tabanı Yönetim Sistemleri-1 Proje Sunumu</a:t>
            </a:r>
          </a:p>
        </p:txBody>
      </p:sp>
      <p:pic>
        <p:nvPicPr>
          <p:cNvPr id="4" name="Picture 3" descr="Araba İkonlu Akıllı Telefon">
            <a:extLst>
              <a:ext uri="{FF2B5EF4-FFF2-40B4-BE49-F238E27FC236}">
                <a16:creationId xmlns:a16="http://schemas.microsoft.com/office/drawing/2014/main" id="{D344F21A-ADD1-41DE-BD6A-2C9B3343AB9F}"/>
              </a:ext>
            </a:extLst>
          </p:cNvPr>
          <p:cNvPicPr>
            <a:picLocks noChangeAspect="1"/>
          </p:cNvPicPr>
          <p:nvPr/>
        </p:nvPicPr>
        <p:blipFill>
          <a:blip r:embed="rId3"/>
          <a:srcRect l="6024" r="13150" b="-1"/>
          <a:stretch>
            <a:fillRect/>
          </a:stretch>
        </p:blipFill>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p:spPr>
      </p:pic>
      <p:sp>
        <p:nvSpPr>
          <p:cNvPr id="11" name="Rectangle 5">
            <a:extLst>
              <a:ext uri="{FF2B5EF4-FFF2-40B4-BE49-F238E27FC236}">
                <a16:creationId xmlns:a16="http://schemas.microsoft.com/office/drawing/2014/main" id="{F44D1566-FD1A-73AE-19CF-0A469C52799B}"/>
              </a:ext>
            </a:extLst>
          </p:cNvPr>
          <p:cNvSpPr>
            <a:spLocks noChangeArrowheads="1"/>
          </p:cNvSpPr>
          <p:nvPr/>
        </p:nvSpPr>
        <p:spPr bwMode="auto">
          <a:xfrm>
            <a:off x="6232405" y="4280001"/>
            <a:ext cx="51587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tr-TR" altLang="tr-TR" i="0" u="none" strike="noStrike" cap="none" normalizeH="0" baseline="0" dirty="0">
                <a:ln>
                  <a:noFill/>
                </a:ln>
                <a:solidFill>
                  <a:schemeClr val="tx1"/>
                </a:solidFill>
                <a:effectLst/>
                <a:latin typeface="Arial" panose="020B0604020202020204" pitchFamily="34" charset="0"/>
              </a:rPr>
              <a:t>Hazırlayan: Mert Emre SELEK</a:t>
            </a:r>
          </a:p>
          <a:p>
            <a:pPr marL="0" marR="0" lvl="0" indent="0" algn="l" defTabSz="914400" rtl="0" eaLnBrk="0" fontAlgn="base" latinLnBrk="0" hangingPunct="0">
              <a:lnSpc>
                <a:spcPct val="100000"/>
              </a:lnSpc>
              <a:spcBef>
                <a:spcPct val="0"/>
              </a:spcBef>
              <a:spcAft>
                <a:spcPct val="0"/>
              </a:spcAft>
              <a:buClrTx/>
              <a:buSzTx/>
              <a:tabLst/>
            </a:pPr>
            <a:r>
              <a:rPr kumimoji="0" lang="tr-TR" altLang="tr-TR" sz="1800" i="0" u="none" strike="noStrike" cap="none" normalizeH="0" baseline="0" dirty="0">
                <a:ln>
                  <a:noFill/>
                </a:ln>
                <a:solidFill>
                  <a:schemeClr val="tx1"/>
                </a:solidFill>
                <a:effectLst/>
                <a:latin typeface="Arial" panose="020B0604020202020204" pitchFamily="34" charset="0"/>
              </a:rPr>
              <a:t>Tarih: 1 Mayıs 2026</a:t>
            </a:r>
          </a:p>
        </p:txBody>
      </p:sp>
    </p:spTree>
    <p:extLst>
      <p:ext uri="{BB962C8B-B14F-4D97-AF65-F5344CB8AC3E}">
        <p14:creationId xmlns:p14="http://schemas.microsoft.com/office/powerpoint/2010/main" val="55327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8734F-A5B7-B276-BF94-64F6BC0FFBB3}"/>
              </a:ext>
            </a:extLst>
          </p:cNvPr>
          <p:cNvSpPr>
            <a:spLocks noGrp="1"/>
          </p:cNvSpPr>
          <p:nvPr>
            <p:ph type="title"/>
          </p:nvPr>
        </p:nvSpPr>
        <p:spPr>
          <a:xfrm>
            <a:off x="559969" y="282729"/>
            <a:ext cx="8660231" cy="589337"/>
          </a:xfrm>
        </p:spPr>
        <p:txBody>
          <a:bodyPr anchor="t">
            <a:normAutofit/>
          </a:bodyPr>
          <a:lstStyle/>
          <a:p>
            <a:r>
              <a:rPr lang="tr-TR" b="1" dirty="0"/>
              <a:t>Projenin Amacı ve Kapsamı</a:t>
            </a:r>
          </a:p>
        </p:txBody>
      </p:sp>
      <p:pic>
        <p:nvPicPr>
          <p:cNvPr id="5" name="Content Placeholder 4" descr="Mini Van, Van - Araç, Kamyonet, Tamir, Servis">
            <a:extLst>
              <a:ext uri="{FF2B5EF4-FFF2-40B4-BE49-F238E27FC236}">
                <a16:creationId xmlns:a16="http://schemas.microsoft.com/office/drawing/2014/main" id="{7229ACD7-4B15-4347-B33D-659F492A799A}"/>
              </a:ext>
            </a:extLst>
          </p:cNvPr>
          <p:cNvPicPr>
            <a:picLocks noGrp="1" noChangeAspect="1"/>
          </p:cNvPicPr>
          <p:nvPr>
            <p:ph type="pic" sz="quarter" idx="13"/>
          </p:nvPr>
        </p:nvPicPr>
        <p:blipFill>
          <a:blip r:embed="rId3"/>
          <a:srcRect l="39274" r="17763" b="-1"/>
          <a:stretch>
            <a:fillRect/>
          </a:stretch>
        </p:blipFill>
        <p:spPr>
          <a:xfrm>
            <a:off x="636169" y="1778521"/>
            <a:ext cx="4647031" cy="4029145"/>
          </a:xfrm>
        </p:spPr>
      </p:pic>
      <p:sp>
        <p:nvSpPr>
          <p:cNvPr id="3" name="Rectangle 1">
            <a:extLst>
              <a:ext uri="{FF2B5EF4-FFF2-40B4-BE49-F238E27FC236}">
                <a16:creationId xmlns:a16="http://schemas.microsoft.com/office/drawing/2014/main" id="{E64E0EF7-DB35-1629-991A-2FE0A710E662}"/>
              </a:ext>
            </a:extLst>
          </p:cNvPr>
          <p:cNvSpPr>
            <a:spLocks noChangeArrowheads="1"/>
          </p:cNvSpPr>
          <p:nvPr/>
        </p:nvSpPr>
        <p:spPr bwMode="auto">
          <a:xfrm>
            <a:off x="6096000" y="1720840"/>
            <a:ext cx="54012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Manuel ve hataya açık kiralama süreçlerini dijitalleştirmek.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Veri tekrarını önlemek ve anlık raporlama yapabilmek.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Araç, müşteri ve kiralama verilerini ilişkisel bir yapıda (RDBMS) güvenle saklamak.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tr-TR" altLang="tr-TR" dirty="0">
              <a:latin typeface="Arial" panose="020B0604020202020204" pitchFamily="34" charset="0"/>
            </a:endParaRPr>
          </a:p>
          <a:p>
            <a:pPr lvl="0" eaLnBrk="0" fontAlgn="base" hangingPunct="0">
              <a:spcBef>
                <a:spcPct val="0"/>
              </a:spcBef>
              <a:spcAft>
                <a:spcPct val="0"/>
              </a:spcAft>
            </a:pPr>
            <a:r>
              <a:rPr lang="tr-TR" dirty="0">
                <a:solidFill>
                  <a:srgbClr val="002060"/>
                </a:solidFill>
                <a:latin typeface="Arial" panose="020B0604020202020204" pitchFamily="34" charset="0"/>
              </a:rPr>
              <a:t>Bu projeyi seçmemdeki temel amaç, karmaşık bir ticari süreci normalize edilmiş tablolarla hatasız yönetilebilir hale getirmekti.</a:t>
            </a:r>
            <a:endParaRPr lang="tr-TR" altLang="tr-TR" dirty="0">
              <a:solidFill>
                <a:srgbClr val="002060"/>
              </a:solidFill>
              <a:latin typeface="Arial" panose="020B0604020202020204" pitchFamily="34" charset="0"/>
            </a:endParaRPr>
          </a:p>
        </p:txBody>
      </p:sp>
      <p:sp>
        <p:nvSpPr>
          <p:cNvPr id="7" name="Title 1">
            <a:extLst>
              <a:ext uri="{FF2B5EF4-FFF2-40B4-BE49-F238E27FC236}">
                <a16:creationId xmlns:a16="http://schemas.microsoft.com/office/drawing/2014/main" id="{1EE02805-CD77-B7B3-A223-4E3FB5D04FE8}"/>
              </a:ext>
            </a:extLst>
          </p:cNvPr>
          <p:cNvSpPr txBox="1">
            <a:spLocks/>
          </p:cNvSpPr>
          <p:nvPr/>
        </p:nvSpPr>
        <p:spPr>
          <a:xfrm>
            <a:off x="6096000" y="1062184"/>
            <a:ext cx="4707359" cy="65309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a:lstStyle>
          <a:p>
            <a:r>
              <a:rPr lang="tr-TR" b="1" dirty="0">
                <a:latin typeface="Arial" panose="020B0604020202020204" pitchFamily="34" charset="0"/>
                <a:cs typeface="Arial" panose="020B0604020202020204" pitchFamily="34" charset="0"/>
              </a:rPr>
              <a:t>Projenin Amacı</a:t>
            </a:r>
          </a:p>
        </p:txBody>
      </p:sp>
    </p:spTree>
    <p:extLst>
      <p:ext uri="{BB962C8B-B14F-4D97-AF65-F5344CB8AC3E}">
        <p14:creationId xmlns:p14="http://schemas.microsoft.com/office/powerpoint/2010/main" val="293673529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73A2B-E203-54E0-F3B8-6E5E6CA83E34}"/>
              </a:ext>
            </a:extLst>
          </p:cNvPr>
          <p:cNvSpPr>
            <a:spLocks noGrp="1"/>
          </p:cNvSpPr>
          <p:nvPr>
            <p:ph type="title"/>
          </p:nvPr>
        </p:nvSpPr>
        <p:spPr>
          <a:xfrm>
            <a:off x="6096000" y="980643"/>
            <a:ext cx="4707359" cy="1068486"/>
          </a:xfrm>
        </p:spPr>
        <p:txBody>
          <a:bodyPr anchor="t">
            <a:normAutofit/>
          </a:bodyPr>
          <a:lstStyle/>
          <a:p>
            <a:r>
              <a:rPr lang="tr-TR" b="1" dirty="0">
                <a:latin typeface="Arial" panose="020B0604020202020204" pitchFamily="34" charset="0"/>
                <a:cs typeface="Arial" panose="020B0604020202020204" pitchFamily="34" charset="0"/>
              </a:rPr>
              <a:t>Kullanılan Teknolojiler</a:t>
            </a:r>
            <a:endParaRPr lang="en-US" b="1" dirty="0">
              <a:latin typeface="Arial" panose="020B0604020202020204" pitchFamily="34" charset="0"/>
              <a:cs typeface="Arial" panose="020B0604020202020204" pitchFamily="34" charset="0"/>
            </a:endParaRPr>
          </a:p>
        </p:txBody>
      </p:sp>
      <p:pic>
        <p:nvPicPr>
          <p:cNvPr id="5" name="Content Placeholder 4" descr="Otonom bir otonom sürücüsüz arabanın otoyolda süren bir fotoğrafı ve çizimi. Araçlar, yolda güvenli bir şekilde sürüş yapmalarını sağlayan kablosuz teknoloji ve yapay zeka ile birbirine bağlanmıştır.">
            <a:extLst>
              <a:ext uri="{FF2B5EF4-FFF2-40B4-BE49-F238E27FC236}">
                <a16:creationId xmlns:a16="http://schemas.microsoft.com/office/drawing/2014/main" id="{4C722F98-FC40-4AFD-93ED-99F0603D84F3}"/>
              </a:ext>
            </a:extLst>
          </p:cNvPr>
          <p:cNvPicPr>
            <a:picLocks noGrp="1" noChangeAspect="1"/>
          </p:cNvPicPr>
          <p:nvPr>
            <p:ph type="pic" sz="quarter" idx="13"/>
          </p:nvPr>
        </p:nvPicPr>
        <p:blipFill>
          <a:blip r:embed="rId3"/>
          <a:srcRect l="16267" r="9056" b="3"/>
          <a:stretch>
            <a:fillRect/>
          </a:stretch>
        </p:blipFill>
        <p:spPr>
          <a:xfrm>
            <a:off x="354629" y="872068"/>
            <a:ext cx="5523364" cy="4788958"/>
          </a:xfrm>
        </p:spPr>
      </p:pic>
      <p:sp>
        <p:nvSpPr>
          <p:cNvPr id="3" name="Rectangle 1">
            <a:extLst>
              <a:ext uri="{FF2B5EF4-FFF2-40B4-BE49-F238E27FC236}">
                <a16:creationId xmlns:a16="http://schemas.microsoft.com/office/drawing/2014/main" id="{82AD6C09-98C8-DCC5-5603-025A044FE4F9}"/>
              </a:ext>
            </a:extLst>
          </p:cNvPr>
          <p:cNvSpPr>
            <a:spLocks noGrp="1" noChangeArrowheads="1"/>
          </p:cNvSpPr>
          <p:nvPr>
            <p:ph sz="quarter" idx="14"/>
          </p:nvPr>
        </p:nvSpPr>
        <p:spPr bwMode="auto">
          <a:xfrm>
            <a:off x="6214532" y="2260165"/>
            <a:ext cx="562283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Veri Tabanı:</a:t>
            </a:r>
            <a:r>
              <a:rPr kumimoji="0" lang="tr-TR" altLang="tr-TR" sz="1800" b="0" i="0" u="none" strike="noStrike" cap="none" normalizeH="0" baseline="0" dirty="0">
                <a:ln>
                  <a:noFill/>
                </a:ln>
                <a:solidFill>
                  <a:schemeClr val="tx1"/>
                </a:solidFill>
                <a:effectLst/>
                <a:latin typeface="Arial" panose="020B0604020202020204" pitchFamily="34" charset="0"/>
              </a:rPr>
              <a:t> MS SQL Server (T-SQL)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Arayüz Geliştirme:</a:t>
            </a:r>
            <a:r>
              <a:rPr kumimoji="0" lang="tr-TR" altLang="tr-TR" sz="1800" b="0" i="0" u="none" strike="noStrike" cap="none" normalizeH="0" baseline="0" dirty="0">
                <a:ln>
                  <a:noFill/>
                </a:ln>
                <a:solidFill>
                  <a:schemeClr val="tx1"/>
                </a:solidFill>
                <a:effectLst/>
                <a:latin typeface="Arial" panose="020B0604020202020204" pitchFamily="34" charset="0"/>
              </a:rPr>
              <a:t> C# .NET Framework (Windows Forms)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Veri Bağlantısı:</a:t>
            </a:r>
            <a:r>
              <a:rPr kumimoji="0" lang="tr-TR" altLang="tr-TR" sz="1800" b="0" i="0" u="none" strike="noStrike" cap="none" normalizeH="0" baseline="0" dirty="0">
                <a:ln>
                  <a:noFill/>
                </a:ln>
                <a:solidFill>
                  <a:schemeClr val="tx1"/>
                </a:solidFill>
                <a:effectLst/>
                <a:latin typeface="Arial" panose="020B0604020202020204" pitchFamily="34" charset="0"/>
              </a:rPr>
              <a:t> ADO.NET (SQL Connection, SQL </a:t>
            </a:r>
            <a:r>
              <a:rPr kumimoji="0" lang="tr-TR" altLang="tr-TR" sz="1800" b="0" i="0" u="none" strike="noStrike" cap="none" normalizeH="0" baseline="0" dirty="0" err="1">
                <a:ln>
                  <a:noFill/>
                </a:ln>
                <a:solidFill>
                  <a:schemeClr val="tx1"/>
                </a:solidFill>
                <a:effectLst/>
                <a:latin typeface="Arial" panose="020B0604020202020204" pitchFamily="34" charset="0"/>
              </a:rPr>
              <a:t>DataAdapter</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Tasarım:</a:t>
            </a:r>
            <a:r>
              <a:rPr kumimoji="0" lang="tr-TR" altLang="tr-TR" sz="1800" b="0" i="0" u="none" strike="noStrike" cap="none" normalizeH="0" baseline="0" dirty="0">
                <a:ln>
                  <a:noFill/>
                </a:ln>
                <a:solidFill>
                  <a:schemeClr val="tx1"/>
                </a:solidFill>
                <a:effectLst/>
                <a:latin typeface="Arial" panose="020B0604020202020204" pitchFamily="34" charset="0"/>
              </a:rPr>
              <a:t> Varlık-İlişki Diyagramları (ERD)</a:t>
            </a:r>
          </a:p>
        </p:txBody>
      </p:sp>
    </p:spTree>
    <p:extLst>
      <p:ext uri="{BB962C8B-B14F-4D97-AF65-F5344CB8AC3E}">
        <p14:creationId xmlns:p14="http://schemas.microsoft.com/office/powerpoint/2010/main" val="13964955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F22D4-AD4D-A255-6E53-11506155B9DB}"/>
              </a:ext>
            </a:extLst>
          </p:cNvPr>
          <p:cNvSpPr>
            <a:spLocks noGrp="1"/>
          </p:cNvSpPr>
          <p:nvPr>
            <p:ph type="title"/>
          </p:nvPr>
        </p:nvSpPr>
        <p:spPr>
          <a:xfrm>
            <a:off x="636169" y="355601"/>
            <a:ext cx="5087298" cy="1100665"/>
          </a:xfrm>
        </p:spPr>
        <p:txBody>
          <a:bodyPr anchor="t">
            <a:normAutofit/>
          </a:bodyPr>
          <a:lstStyle/>
          <a:p>
            <a:r>
              <a:rPr lang="tr-TR" sz="2400" dirty="0"/>
              <a:t>Kullanılan </a:t>
            </a:r>
            <a:r>
              <a:rPr lang="en-US" sz="2400" dirty="0" err="1"/>
              <a:t>Teknoloj</a:t>
            </a:r>
            <a:r>
              <a:rPr lang="tr-TR" sz="2400" dirty="0"/>
              <a:t>i</a:t>
            </a:r>
            <a:r>
              <a:rPr lang="en-US" sz="2400" dirty="0"/>
              <a:t> </a:t>
            </a:r>
            <a:br>
              <a:rPr lang="tr-TR" sz="2400" dirty="0"/>
            </a:br>
            <a:r>
              <a:rPr lang="en-US" sz="2400" dirty="0" err="1"/>
              <a:t>Seç</a:t>
            </a:r>
            <a:r>
              <a:rPr lang="tr-TR" sz="2400" dirty="0"/>
              <a:t>i</a:t>
            </a:r>
            <a:r>
              <a:rPr lang="en-US" sz="2400" dirty="0" err="1"/>
              <a:t>mler</a:t>
            </a:r>
            <a:r>
              <a:rPr lang="tr-TR" sz="2400" dirty="0"/>
              <a:t>i</a:t>
            </a:r>
            <a:r>
              <a:rPr lang="en-US" sz="2400" dirty="0"/>
              <a:t>n</a:t>
            </a:r>
            <a:r>
              <a:rPr lang="tr-TR" sz="2400" dirty="0"/>
              <a:t>i</a:t>
            </a:r>
            <a:r>
              <a:rPr lang="en-US" sz="2400" dirty="0"/>
              <a:t>n </a:t>
            </a:r>
            <a:r>
              <a:rPr lang="en-US" sz="2400" dirty="0" err="1"/>
              <a:t>Gerekçeler</a:t>
            </a:r>
            <a:r>
              <a:rPr lang="tr-TR" sz="2400" dirty="0"/>
              <a:t>i</a:t>
            </a:r>
            <a:endParaRPr lang="en-US" sz="2400" dirty="0"/>
          </a:p>
        </p:txBody>
      </p:sp>
      <p:pic>
        <p:nvPicPr>
          <p:cNvPr id="5" name="Content Placeholder 4" descr="4K Çözünürlüğü">
            <a:extLst>
              <a:ext uri="{FF2B5EF4-FFF2-40B4-BE49-F238E27FC236}">
                <a16:creationId xmlns:a16="http://schemas.microsoft.com/office/drawing/2014/main" id="{CF01BC8D-30AA-4A23-B090-71886298C80C}"/>
              </a:ext>
            </a:extLst>
          </p:cNvPr>
          <p:cNvPicPr>
            <a:picLocks noGrp="1" noChangeAspect="1"/>
          </p:cNvPicPr>
          <p:nvPr>
            <p:ph type="pic" sz="quarter" idx="13"/>
          </p:nvPr>
        </p:nvPicPr>
        <p:blipFill>
          <a:blip r:embed="rId3"/>
          <a:srcRect l="17400" r="17725" b="1"/>
          <a:stretch>
            <a:fillRect/>
          </a:stretch>
        </p:blipFill>
        <p:spPr>
          <a:xfrm>
            <a:off x="636169" y="1574800"/>
            <a:ext cx="4707359" cy="4645026"/>
          </a:xfrm>
        </p:spPr>
      </p:pic>
      <p:sp>
        <p:nvSpPr>
          <p:cNvPr id="4" name="Content Placeholder 3">
            <a:extLst>
              <a:ext uri="{FF2B5EF4-FFF2-40B4-BE49-F238E27FC236}">
                <a16:creationId xmlns:a16="http://schemas.microsoft.com/office/drawing/2014/main" id="{B1DC748F-9104-EA32-1BA7-FD72FB3E22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760508"/>
          </a:xfrm>
        </p:spPr>
        <p:txBody>
          <a:bodyPr>
            <a:noAutofit/>
          </a:bodyPr>
          <a:lstStyle/>
          <a:p>
            <a:pPr marL="0" indent="0">
              <a:spcBef>
                <a:spcPts val="2500"/>
              </a:spcBef>
              <a:buFont typeface="Arial" panose="020B0604020202020204" pitchFamily="34" charset="0"/>
              <a:buNone/>
            </a:pPr>
            <a:r>
              <a:rPr lang="en-US" b="1" dirty="0">
                <a:latin typeface="Arial" panose="020B0604020202020204" pitchFamily="34" charset="0"/>
                <a:cs typeface="Arial" panose="020B0604020202020204" pitchFamily="34" charset="0"/>
              </a:rPr>
              <a:t>Veri </a:t>
            </a:r>
            <a:r>
              <a:rPr lang="en-US" b="1" dirty="0" err="1">
                <a:latin typeface="Arial" panose="020B0604020202020204" pitchFamily="34" charset="0"/>
                <a:cs typeface="Arial" panose="020B0604020202020204" pitchFamily="34" charset="0"/>
              </a:rPr>
              <a:t>Tabanı</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Seçimi</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Microsoft SQL Server, </a:t>
            </a:r>
            <a:r>
              <a:rPr lang="en-US" dirty="0" err="1">
                <a:latin typeface="Arial" panose="020B0604020202020204" pitchFamily="34" charset="0"/>
                <a:cs typeface="Arial" panose="020B0604020202020204" pitchFamily="34" charset="0"/>
              </a:rPr>
              <a:t>ilişkisel</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tabanı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kavramlarını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öğrenmek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bütünlüğünü</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sağlamak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için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güçlü</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bir</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ortam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sunar</a:t>
            </a:r>
            <a:r>
              <a:rPr lang="en-US" dirty="0">
                <a:latin typeface="Arial" panose="020B0604020202020204" pitchFamily="34" charset="0"/>
                <a:cs typeface="Arial" panose="020B0604020202020204" pitchFamily="34" charset="0"/>
              </a:rPr>
              <a:t>.</a:t>
            </a:r>
          </a:p>
          <a:p>
            <a:pPr marL="0" indent="0">
              <a:spcBef>
                <a:spcPts val="2500"/>
              </a:spcBef>
              <a:buFont typeface="Arial" panose="020B0604020202020204" pitchFamily="34" charset="0"/>
              <a:buNone/>
            </a:pPr>
            <a:r>
              <a:rPr lang="en-US" b="1" dirty="0">
                <a:latin typeface="Arial" panose="020B0604020202020204" pitchFamily="34" charset="0"/>
                <a:cs typeface="Arial" panose="020B0604020202020204" pitchFamily="34" charset="0"/>
              </a:rPr>
              <a:t>Masaüstü Uygulama </a:t>
            </a:r>
            <a:r>
              <a:rPr lang="en-US" b="1" dirty="0" err="1">
                <a:latin typeface="Arial" panose="020B0604020202020204" pitchFamily="34" charset="0"/>
                <a:cs typeface="Arial" panose="020B0604020202020204" pitchFamily="34" charset="0"/>
              </a:rPr>
              <a:t>Geliştirme</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C#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Windows Forms, </a:t>
            </a:r>
            <a:r>
              <a:rPr lang="en-US" dirty="0" err="1">
                <a:latin typeface="Arial" panose="020B0604020202020204" pitchFamily="34" charset="0"/>
                <a:cs typeface="Arial" panose="020B0604020202020204" pitchFamily="34" charset="0"/>
              </a:rPr>
              <a:t>kullanıcı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dostu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arayüz</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tasarımı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olay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tabanlı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programlama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için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pratik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sağlar</a:t>
            </a:r>
            <a:r>
              <a:rPr lang="en-US" dirty="0">
                <a:latin typeface="Arial" panose="020B0604020202020204" pitchFamily="34" charset="0"/>
                <a:cs typeface="Arial" panose="020B0604020202020204" pitchFamily="34" charset="0"/>
              </a:rPr>
              <a:t>.</a:t>
            </a:r>
          </a:p>
          <a:p>
            <a:pPr marL="0" indent="0">
              <a:spcBef>
                <a:spcPts val="2500"/>
              </a:spcBef>
              <a:buFont typeface="Arial" panose="020B0604020202020204" pitchFamily="34" charset="0"/>
              <a:buNone/>
            </a:pPr>
            <a:r>
              <a:rPr lang="en-US" b="1" dirty="0">
                <a:latin typeface="Arial" panose="020B0604020202020204" pitchFamily="34" charset="0"/>
                <a:cs typeface="Arial" panose="020B0604020202020204" pitchFamily="34" charset="0"/>
              </a:rPr>
              <a:t>Veri </a:t>
            </a:r>
            <a:r>
              <a:rPr lang="en-US" b="1" dirty="0" err="1">
                <a:latin typeface="Arial" panose="020B0604020202020204" pitchFamily="34" charset="0"/>
                <a:cs typeface="Arial" panose="020B0604020202020204" pitchFamily="34" charset="0"/>
              </a:rPr>
              <a:t>Güvenliği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ve</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Performans</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ADO.NET, </a:t>
            </a:r>
            <a:r>
              <a:rPr lang="en-US" dirty="0" err="1">
                <a:latin typeface="Arial" panose="020B0604020202020204" pitchFamily="34" charset="0"/>
                <a:cs typeface="Arial" panose="020B0604020202020204" pitchFamily="34" charset="0"/>
              </a:rPr>
              <a:t>veritabanı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ile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uygulama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arasında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güvenli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performanslı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bağlantı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sağlayarak</a:t>
            </a:r>
            <a:r>
              <a:rPr lang="en-US" dirty="0">
                <a:latin typeface="Arial" panose="020B0604020202020204" pitchFamily="34" charset="0"/>
                <a:cs typeface="Arial" panose="020B0604020202020204" pitchFamily="34" charset="0"/>
              </a:rPr>
              <a:t> SQL Injection </a:t>
            </a:r>
            <a:r>
              <a:rPr lang="en-US" dirty="0" err="1">
                <a:latin typeface="Arial" panose="020B0604020202020204" pitchFamily="34" charset="0"/>
                <a:cs typeface="Arial" panose="020B0604020202020204" pitchFamily="34" charset="0"/>
              </a:rPr>
              <a:t>riskini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azaltır</a:t>
            </a:r>
            <a:r>
              <a:rPr lang="en-US" dirty="0">
                <a:latin typeface="Arial" panose="020B0604020202020204" pitchFamily="34" charset="0"/>
                <a:cs typeface="Arial" panose="020B0604020202020204" pitchFamily="34" charset="0"/>
              </a:rPr>
              <a:t>.</a:t>
            </a:r>
          </a:p>
          <a:p>
            <a:pPr marL="0" indent="0">
              <a:spcBef>
                <a:spcPts val="2500"/>
              </a:spcBef>
              <a:buFont typeface="Arial" panose="020B0604020202020204" pitchFamily="34" charset="0"/>
              <a:buNone/>
            </a:pPr>
            <a:r>
              <a:rPr lang="en-US" b="1" dirty="0" err="1">
                <a:latin typeface="Arial" panose="020B0604020202020204" pitchFamily="34" charset="0"/>
                <a:cs typeface="Arial" panose="020B0604020202020204" pitchFamily="34" charset="0"/>
              </a:rPr>
              <a:t>Proje</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Planlama</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ve</a:t>
            </a:r>
            <a:r>
              <a:rPr lang="en-US" b="1" dirty="0">
                <a:latin typeface="Arial" panose="020B0604020202020204" pitchFamily="34" charset="0"/>
                <a:cs typeface="Arial" panose="020B0604020202020204" pitchFamily="34" charset="0"/>
              </a:rPr>
              <a:t> Hata </a:t>
            </a:r>
            <a:r>
              <a:rPr lang="en-US" b="1" dirty="0" err="1">
                <a:latin typeface="Arial" panose="020B0604020202020204" pitchFamily="34" charset="0"/>
                <a:cs typeface="Arial" panose="020B0604020202020204" pitchFamily="34" charset="0"/>
              </a:rPr>
              <a:t>Önleme</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ERD </a:t>
            </a:r>
            <a:r>
              <a:rPr lang="en-US" dirty="0" err="1">
                <a:latin typeface="Arial" panose="020B0604020202020204" pitchFamily="34" charset="0"/>
                <a:cs typeface="Arial" panose="020B0604020202020204" pitchFamily="34" charset="0"/>
              </a:rPr>
              <a:t>kullanımı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projenin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başında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varlıkların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ilişkilerin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netleştirilmesini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sağlayarak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ileride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büyük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değişiklikleri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önler</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429916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CAAD-1094-A3A2-BAFD-A7E9A83B0321}"/>
              </a:ext>
            </a:extLst>
          </p:cNvPr>
          <p:cNvSpPr>
            <a:spLocks noGrp="1"/>
          </p:cNvSpPr>
          <p:nvPr>
            <p:ph type="title"/>
          </p:nvPr>
        </p:nvSpPr>
        <p:spPr>
          <a:xfrm>
            <a:off x="149136" y="660401"/>
            <a:ext cx="4338197" cy="1295400"/>
          </a:xfrm>
        </p:spPr>
        <p:txBody>
          <a:bodyPr anchor="b">
            <a:noAutofit/>
          </a:bodyPr>
          <a:lstStyle/>
          <a:p>
            <a:r>
              <a:rPr lang="fi-FI" dirty="0"/>
              <a:t>Ver</a:t>
            </a:r>
            <a:r>
              <a:rPr lang="tr-TR" dirty="0"/>
              <a:t>i</a:t>
            </a:r>
            <a:r>
              <a:rPr lang="fi-FI" dirty="0"/>
              <a:t> Tabanı M</a:t>
            </a:r>
            <a:r>
              <a:rPr lang="tr-TR" dirty="0"/>
              <a:t>i</a:t>
            </a:r>
            <a:r>
              <a:rPr lang="fi-FI" dirty="0"/>
              <a:t>mar</a:t>
            </a:r>
            <a:r>
              <a:rPr lang="tr-TR" dirty="0"/>
              <a:t>i</a:t>
            </a:r>
            <a:r>
              <a:rPr lang="fi-FI" dirty="0"/>
              <a:t>s</a:t>
            </a:r>
            <a:r>
              <a:rPr lang="tr-TR" dirty="0"/>
              <a:t>i</a:t>
            </a:r>
            <a:r>
              <a:rPr lang="fi-FI" dirty="0"/>
              <a:t> </a:t>
            </a:r>
            <a:br>
              <a:rPr lang="tr-TR" dirty="0"/>
            </a:br>
            <a:r>
              <a:rPr lang="fi-FI" dirty="0"/>
              <a:t>(Projen</a:t>
            </a:r>
            <a:r>
              <a:rPr lang="tr-TR" dirty="0"/>
              <a:t>i</a:t>
            </a:r>
            <a:r>
              <a:rPr lang="fi-FI" dirty="0"/>
              <a:t>n Kalb</a:t>
            </a:r>
            <a:r>
              <a:rPr lang="tr-TR" dirty="0"/>
              <a:t>i</a:t>
            </a:r>
            <a:r>
              <a:rPr lang="fi-FI" dirty="0"/>
              <a:t>)</a:t>
            </a:r>
            <a:endParaRPr lang="en-US" dirty="0"/>
          </a:p>
        </p:txBody>
      </p:sp>
      <p:pic>
        <p:nvPicPr>
          <p:cNvPr id="5" name="Content Placeholder 4" descr="soyut programm ikili kod ve renkli dizi küpü Veritabanı">
            <a:extLst>
              <a:ext uri="{FF2B5EF4-FFF2-40B4-BE49-F238E27FC236}">
                <a16:creationId xmlns:a16="http://schemas.microsoft.com/office/drawing/2014/main" id="{938F046F-2B31-4946-AD81-04A771ECD279}"/>
              </a:ext>
            </a:extLst>
          </p:cNvPr>
          <p:cNvPicPr>
            <a:picLocks noGrp="1" noChangeAspect="1"/>
          </p:cNvPicPr>
          <p:nvPr>
            <p:ph type="pic" sz="quarter" idx="13"/>
          </p:nvPr>
        </p:nvPicPr>
        <p:blipFill>
          <a:blip r:embed="rId3"/>
          <a:srcRect l="26290" r="-2" b="-2"/>
          <a:stretch>
            <a:fillRect/>
          </a:stretch>
        </p:blipFill>
        <p:spPr>
          <a:xfrm>
            <a:off x="83580" y="1865504"/>
            <a:ext cx="5006275" cy="4142991"/>
          </a:xfrm>
        </p:spPr>
      </p:pic>
      <p:sp>
        <p:nvSpPr>
          <p:cNvPr id="4" name="Content Placeholder 3">
            <a:extLst>
              <a:ext uri="{FF2B5EF4-FFF2-40B4-BE49-F238E27FC236}">
                <a16:creationId xmlns:a16="http://schemas.microsoft.com/office/drawing/2014/main" id="{343453A3-E19E-FFBA-0E7B-D330ED550B8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61000" y="1727200"/>
            <a:ext cx="5927632" cy="3877733"/>
          </a:xfrm>
        </p:spPr>
        <p:txBody>
          <a:bodyPr>
            <a:normAutofit/>
          </a:bodyPr>
          <a:lstStyle/>
          <a:p>
            <a:pPr marL="0" indent="0">
              <a:lnSpc>
                <a:spcPct val="110000"/>
              </a:lnSpc>
              <a:spcBef>
                <a:spcPts val="2500"/>
              </a:spcBef>
              <a:buFont typeface="Arial" panose="020B0604020202020204" pitchFamily="34" charset="0"/>
              <a:buNone/>
            </a:pPr>
            <a:r>
              <a:rPr lang="en-US" sz="1600" b="1" dirty="0" err="1">
                <a:latin typeface="Arial" panose="020B0604020202020204" pitchFamily="34" charset="0"/>
                <a:cs typeface="Arial" panose="020B0604020202020204" pitchFamily="34" charset="0"/>
              </a:rPr>
              <a:t>Üçüncü</a:t>
            </a:r>
            <a:r>
              <a:rPr lang="en-US" sz="1600" b="1" dirty="0">
                <a:latin typeface="Arial" panose="020B0604020202020204" pitchFamily="34" charset="0"/>
                <a:cs typeface="Arial" panose="020B0604020202020204" pitchFamily="34" charset="0"/>
              </a:rPr>
              <a:t> Normal Form (3NF)</a:t>
            </a:r>
          </a:p>
          <a:p>
            <a:pPr marL="0" lvl="1" indent="0">
              <a:lnSpc>
                <a:spcPct val="110000"/>
              </a:lnSpc>
              <a:buFont typeface="Arial" panose="020B0604020202020204" pitchFamily="34" charset="0"/>
              <a:buNone/>
            </a:pPr>
            <a:r>
              <a:rPr lang="en-US" sz="1600" dirty="0">
                <a:latin typeface="Arial" panose="020B0604020202020204" pitchFamily="34" charset="0"/>
                <a:cs typeface="Arial" panose="020B0604020202020204" pitchFamily="34" charset="0"/>
              </a:rPr>
              <a:t>Veri </a:t>
            </a:r>
            <a:r>
              <a:rPr lang="en-US" sz="1600" dirty="0" err="1">
                <a:latin typeface="Arial" panose="020B0604020202020204" pitchFamily="34" charset="0"/>
                <a:cs typeface="Arial" panose="020B0604020202020204" pitchFamily="34" charset="0"/>
              </a:rPr>
              <a:t>tabanı</a:t>
            </a:r>
            <a:r>
              <a:rPr lang="en-US" sz="1600" dirty="0">
                <a:latin typeface="Arial" panose="020B0604020202020204" pitchFamily="34" charset="0"/>
                <a:cs typeface="Arial" panose="020B0604020202020204" pitchFamily="34" charset="0"/>
              </a:rPr>
              <a:t>, 3NF </a:t>
            </a:r>
            <a:r>
              <a:rPr lang="en-US" sz="1600" dirty="0" err="1">
                <a:latin typeface="Arial" panose="020B0604020202020204" pitchFamily="34" charset="0"/>
                <a:cs typeface="Arial" panose="020B0604020202020204" pitchFamily="34" charset="0"/>
              </a:rPr>
              <a:t>kurallarına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uygun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olarak</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tasarlanmış</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veri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tekrarı</a:t>
            </a:r>
            <a:r>
              <a:rPr lang="en-US" sz="1600" dirty="0">
                <a:latin typeface="Arial" panose="020B0604020202020204" pitchFamily="34" charset="0"/>
                <a:cs typeface="Arial" panose="020B0604020202020204" pitchFamily="34" charset="0"/>
              </a:rPr>
              <a:t> minimize </a:t>
            </a:r>
            <a:r>
              <a:rPr lang="en-US" sz="1600" dirty="0" err="1">
                <a:latin typeface="Arial" panose="020B0604020202020204" pitchFamily="34" charset="0"/>
                <a:cs typeface="Arial" panose="020B0604020202020204" pitchFamily="34" charset="0"/>
              </a:rPr>
              <a:t>edilmiştir</a:t>
            </a:r>
            <a:r>
              <a:rPr lang="en-US" sz="1600" dirty="0">
                <a:latin typeface="Arial" panose="020B0604020202020204" pitchFamily="34" charset="0"/>
                <a:cs typeface="Arial" panose="020B0604020202020204" pitchFamily="34" charset="0"/>
              </a:rPr>
              <a:t>.</a:t>
            </a:r>
          </a:p>
          <a:p>
            <a:pPr marL="0" indent="0">
              <a:lnSpc>
                <a:spcPct val="110000"/>
              </a:lnSpc>
              <a:spcBef>
                <a:spcPts val="2500"/>
              </a:spcBef>
              <a:buFont typeface="Arial" panose="020B0604020202020204" pitchFamily="34" charset="0"/>
              <a:buNone/>
            </a:pPr>
            <a:r>
              <a:rPr lang="en-US" sz="1600" b="1" dirty="0" err="1">
                <a:latin typeface="Arial" panose="020B0604020202020204" pitchFamily="34" charset="0"/>
                <a:cs typeface="Arial" panose="020B0604020202020204" pitchFamily="34" charset="0"/>
              </a:rPr>
              <a:t>Tablolar</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ve</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İlişkiler</a:t>
            </a:r>
            <a:endParaRPr lang="en-US" sz="1600" b="1" dirty="0">
              <a:latin typeface="Arial" panose="020B0604020202020204" pitchFamily="34" charset="0"/>
              <a:cs typeface="Arial" panose="020B0604020202020204" pitchFamily="34" charset="0"/>
            </a:endParaRPr>
          </a:p>
          <a:p>
            <a:pPr marL="0" lvl="1" indent="0">
              <a:lnSpc>
                <a:spcPct val="110000"/>
              </a:lnSpc>
              <a:buFont typeface="Arial" panose="020B0604020202020204" pitchFamily="34" charset="0"/>
              <a:buNone/>
            </a:pPr>
            <a:r>
              <a:rPr lang="en-US" sz="1600" dirty="0" err="1">
                <a:latin typeface="Arial" panose="020B0604020202020204" pitchFamily="34" charset="0"/>
                <a:cs typeface="Arial" panose="020B0604020202020204" pitchFamily="34" charset="0"/>
              </a:rPr>
              <a:t>Müşteriler</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Araçlar</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Kiralamalar</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tabloları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çoktan-çoğa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ilişkiler</a:t>
            </a:r>
            <a:r>
              <a:rPr lang="en-US" sz="1600" dirty="0">
                <a:latin typeface="Arial" panose="020B0604020202020204" pitchFamily="34" charset="0"/>
                <a:cs typeface="Arial" panose="020B0604020202020204" pitchFamily="34" charset="0"/>
              </a:rPr>
              <a:t> Foreign Key </a:t>
            </a:r>
            <a:r>
              <a:rPr lang="en-US" sz="1600" dirty="0" err="1">
                <a:latin typeface="Arial" panose="020B0604020202020204" pitchFamily="34" charset="0"/>
                <a:cs typeface="Arial" panose="020B0604020202020204" pitchFamily="34" charset="0"/>
              </a:rPr>
              <a:t>ile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bağlanmıştır</a:t>
            </a:r>
            <a:r>
              <a:rPr lang="en-US" sz="1600" dirty="0">
                <a:latin typeface="Arial" panose="020B0604020202020204" pitchFamily="34" charset="0"/>
                <a:cs typeface="Arial" panose="020B0604020202020204" pitchFamily="34" charset="0"/>
              </a:rPr>
              <a:t>.</a:t>
            </a:r>
          </a:p>
          <a:p>
            <a:pPr marL="0" indent="0">
              <a:lnSpc>
                <a:spcPct val="110000"/>
              </a:lnSpc>
              <a:spcBef>
                <a:spcPts val="2500"/>
              </a:spcBef>
              <a:buFont typeface="Arial" panose="020B0604020202020204" pitchFamily="34" charset="0"/>
              <a:buNone/>
            </a:pPr>
            <a:r>
              <a:rPr lang="en-US" sz="1600" b="1" dirty="0" err="1">
                <a:latin typeface="Arial" panose="020B0604020202020204" pitchFamily="34" charset="0"/>
                <a:cs typeface="Arial" panose="020B0604020202020204" pitchFamily="34" charset="0"/>
              </a:rPr>
              <a:t>Performans</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ve</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Genişletilebilirlik</a:t>
            </a:r>
            <a:endParaRPr lang="en-US" sz="1600" b="1" dirty="0">
              <a:latin typeface="Arial" panose="020B0604020202020204" pitchFamily="34" charset="0"/>
              <a:cs typeface="Arial" panose="020B0604020202020204" pitchFamily="34" charset="0"/>
            </a:endParaRPr>
          </a:p>
          <a:p>
            <a:pPr marL="0" lvl="1" indent="0">
              <a:lnSpc>
                <a:spcPct val="110000"/>
              </a:lnSpc>
              <a:buFont typeface="Arial" panose="020B0604020202020204" pitchFamily="34" charset="0"/>
              <a:buNone/>
            </a:pPr>
            <a:r>
              <a:rPr lang="en-US" sz="1600" dirty="0">
                <a:latin typeface="Arial" panose="020B0604020202020204" pitchFamily="34" charset="0"/>
                <a:cs typeface="Arial" panose="020B0604020202020204" pitchFamily="34" charset="0"/>
              </a:rPr>
              <a:t>Doğru </a:t>
            </a:r>
            <a:r>
              <a:rPr lang="en-US" sz="1600" dirty="0" err="1">
                <a:latin typeface="Arial" panose="020B0604020202020204" pitchFamily="34" charset="0"/>
                <a:cs typeface="Arial" panose="020B0604020202020204" pitchFamily="34" charset="0"/>
              </a:rPr>
              <a:t>veri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tabanı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tasarımı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uygulamanın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performansını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artırır</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bakım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kolaylığı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sağlar</a:t>
            </a:r>
            <a:r>
              <a:rPr lang="en-US" sz="16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13A97CF8-6B99-10EC-4515-741F97A0D2C1}"/>
              </a:ext>
            </a:extLst>
          </p:cNvPr>
          <p:cNvSpPr txBox="1">
            <a:spLocks/>
          </p:cNvSpPr>
          <p:nvPr/>
        </p:nvSpPr>
        <p:spPr>
          <a:xfrm>
            <a:off x="5368721" y="860740"/>
            <a:ext cx="6019911" cy="89472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a:lstStyle>
          <a:p>
            <a:r>
              <a:rPr lang="tr-TR" b="1" dirty="0">
                <a:latin typeface="Arial" panose="020B0604020202020204" pitchFamily="34" charset="0"/>
                <a:cs typeface="Arial" panose="020B0604020202020204" pitchFamily="34" charset="0"/>
              </a:rPr>
              <a:t>Veri Tabanı Tasarımı (3NF)</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86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12B82-AD1A-F96F-F7FC-ADA4C06EC964}"/>
              </a:ext>
            </a:extLst>
          </p:cNvPr>
          <p:cNvSpPr>
            <a:spLocks noGrp="1"/>
          </p:cNvSpPr>
          <p:nvPr>
            <p:ph type="title"/>
          </p:nvPr>
        </p:nvSpPr>
        <p:spPr>
          <a:xfrm>
            <a:off x="228140" y="199235"/>
            <a:ext cx="5482479" cy="916502"/>
          </a:xfrm>
        </p:spPr>
        <p:txBody>
          <a:bodyPr anchor="ctr">
            <a:normAutofit fontScale="90000"/>
          </a:bodyPr>
          <a:lstStyle/>
          <a:p>
            <a:r>
              <a:rPr lang="tr-TR" sz="2800" dirty="0"/>
              <a:t>Varlık-İlişki Diyagramı (ER Diyagramı)</a:t>
            </a:r>
            <a:endParaRPr lang="en-US" sz="2800" dirty="0"/>
          </a:p>
        </p:txBody>
      </p:sp>
      <p:sp>
        <p:nvSpPr>
          <p:cNvPr id="4" name="Metin kutusu 3">
            <a:extLst>
              <a:ext uri="{FF2B5EF4-FFF2-40B4-BE49-F238E27FC236}">
                <a16:creationId xmlns:a16="http://schemas.microsoft.com/office/drawing/2014/main" id="{A7786458-FC00-CB38-3B05-97BE15A55463}"/>
              </a:ext>
            </a:extLst>
          </p:cNvPr>
          <p:cNvSpPr txBox="1"/>
          <p:nvPr/>
        </p:nvSpPr>
        <p:spPr>
          <a:xfrm>
            <a:off x="5710619" y="291001"/>
            <a:ext cx="6094602" cy="1077218"/>
          </a:xfrm>
          <a:prstGeom prst="rect">
            <a:avLst/>
          </a:prstGeom>
          <a:solidFill>
            <a:schemeClr val="bg1">
              <a:alpha val="78000"/>
            </a:schemeClr>
          </a:solidFill>
        </p:spPr>
        <p:txBody>
          <a:bodyPr wrap="square">
            <a:spAutoFit/>
          </a:bodyPr>
          <a:lstStyle/>
          <a:p>
            <a:r>
              <a:rPr lang="tr-TR" sz="1600" dirty="0">
                <a:solidFill>
                  <a:srgbClr val="002060"/>
                </a:solidFill>
                <a:latin typeface="Arial" panose="020B0604020202020204" pitchFamily="34" charset="0"/>
                <a:cs typeface="Arial" panose="020B0604020202020204" pitchFamily="34" charset="0"/>
              </a:rPr>
              <a:t>Veri tabanımı 3. Normal Form kurallarına göre tasarladım. Müşteriler ve Araçlar tablolarını 'Kiralamalar' tablosunda </a:t>
            </a:r>
            <a:r>
              <a:rPr lang="tr-TR" sz="1600" dirty="0" err="1">
                <a:solidFill>
                  <a:srgbClr val="002060"/>
                </a:solidFill>
                <a:latin typeface="Arial" panose="020B0604020202020204" pitchFamily="34" charset="0"/>
                <a:cs typeface="Arial" panose="020B0604020202020204" pitchFamily="34" charset="0"/>
              </a:rPr>
              <a:t>Foreign</a:t>
            </a:r>
            <a:r>
              <a:rPr lang="tr-TR" sz="1600" dirty="0">
                <a:solidFill>
                  <a:srgbClr val="002060"/>
                </a:solidFill>
                <a:latin typeface="Arial" panose="020B0604020202020204" pitchFamily="34" charset="0"/>
                <a:cs typeface="Arial" panose="020B0604020202020204" pitchFamily="34" charset="0"/>
              </a:rPr>
              <a:t> </a:t>
            </a:r>
            <a:r>
              <a:rPr lang="tr-TR" sz="1600" dirty="0" err="1">
                <a:solidFill>
                  <a:srgbClr val="002060"/>
                </a:solidFill>
                <a:latin typeface="Arial" panose="020B0604020202020204" pitchFamily="34" charset="0"/>
                <a:cs typeface="Arial" panose="020B0604020202020204" pitchFamily="34" charset="0"/>
              </a:rPr>
              <a:t>Key'ler</a:t>
            </a:r>
            <a:r>
              <a:rPr lang="tr-TR" sz="1600" dirty="0">
                <a:solidFill>
                  <a:srgbClr val="002060"/>
                </a:solidFill>
                <a:latin typeface="Arial" panose="020B0604020202020204" pitchFamily="34" charset="0"/>
                <a:cs typeface="Arial" panose="020B0604020202020204" pitchFamily="34" charset="0"/>
              </a:rPr>
              <a:t> ile birleştirerek Çoktan-Çoğa (</a:t>
            </a:r>
            <a:r>
              <a:rPr lang="tr-TR" sz="1600" dirty="0" err="1">
                <a:solidFill>
                  <a:srgbClr val="002060"/>
                </a:solidFill>
                <a:latin typeface="Arial" panose="020B0604020202020204" pitchFamily="34" charset="0"/>
                <a:cs typeface="Arial" panose="020B0604020202020204" pitchFamily="34" charset="0"/>
              </a:rPr>
              <a:t>Many-to-Many</a:t>
            </a:r>
            <a:r>
              <a:rPr lang="tr-TR" sz="1600" dirty="0">
                <a:solidFill>
                  <a:srgbClr val="002060"/>
                </a:solidFill>
                <a:latin typeface="Arial" panose="020B0604020202020204" pitchFamily="34" charset="0"/>
                <a:cs typeface="Arial" panose="020B0604020202020204" pitchFamily="34" charset="0"/>
              </a:rPr>
              <a:t>) ilişkiyi çözümledim.</a:t>
            </a:r>
          </a:p>
        </p:txBody>
      </p:sp>
      <p:pic>
        <p:nvPicPr>
          <p:cNvPr id="6" name="Resim 5">
            <a:extLst>
              <a:ext uri="{FF2B5EF4-FFF2-40B4-BE49-F238E27FC236}">
                <a16:creationId xmlns:a16="http://schemas.microsoft.com/office/drawing/2014/main" id="{B8D739D9-6486-A11B-1F49-32FBB73CFE39}"/>
              </a:ext>
            </a:extLst>
          </p:cNvPr>
          <p:cNvPicPr>
            <a:picLocks noChangeAspect="1"/>
          </p:cNvPicPr>
          <p:nvPr/>
        </p:nvPicPr>
        <p:blipFill>
          <a:blip r:embed="rId3">
            <a:extLst>
              <a:ext uri="{28A0092B-C50C-407E-A947-70E740481C1C}">
                <a14:useLocalDpi xmlns:a14="http://schemas.microsoft.com/office/drawing/2010/main" val="0"/>
              </a:ext>
            </a:extLst>
          </a:blip>
          <a:srcRect l="-1" t="10667" r="-1" b="17926"/>
          <a:stretch>
            <a:fillRect/>
          </a:stretch>
        </p:blipFill>
        <p:spPr>
          <a:xfrm>
            <a:off x="0" y="1368219"/>
            <a:ext cx="12192000" cy="4897120"/>
          </a:xfrm>
          <a:prstGeom prst="rect">
            <a:avLst/>
          </a:prstGeom>
        </p:spPr>
      </p:pic>
    </p:spTree>
    <p:extLst>
      <p:ext uri="{BB962C8B-B14F-4D97-AF65-F5344CB8AC3E}">
        <p14:creationId xmlns:p14="http://schemas.microsoft.com/office/powerpoint/2010/main" val="714221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E995F-4587-A608-63CE-451E789022FF}"/>
              </a:ext>
            </a:extLst>
          </p:cNvPr>
          <p:cNvSpPr>
            <a:spLocks noGrp="1"/>
          </p:cNvSpPr>
          <p:nvPr>
            <p:ph type="title"/>
          </p:nvPr>
        </p:nvSpPr>
        <p:spPr>
          <a:xfrm>
            <a:off x="215894" y="443933"/>
            <a:ext cx="11342069" cy="735499"/>
          </a:xfrm>
        </p:spPr>
        <p:txBody>
          <a:bodyPr anchor="t">
            <a:normAutofit fontScale="90000"/>
          </a:bodyPr>
          <a:lstStyle/>
          <a:p>
            <a:r>
              <a:rPr lang="en-US" dirty="0"/>
              <a:t>Gel</a:t>
            </a:r>
            <a:r>
              <a:rPr lang="tr-TR" dirty="0"/>
              <a:t>i</a:t>
            </a:r>
            <a:r>
              <a:rPr lang="en-US" dirty="0" err="1"/>
              <a:t>şm</a:t>
            </a:r>
            <a:r>
              <a:rPr lang="tr-TR" dirty="0"/>
              <a:t>i</a:t>
            </a:r>
            <a:r>
              <a:rPr lang="en-US" dirty="0"/>
              <a:t>ş SQL</a:t>
            </a:r>
            <a:r>
              <a:rPr lang="tr-TR" dirty="0"/>
              <a:t> işlemleri</a:t>
            </a:r>
            <a:r>
              <a:rPr lang="en-US" dirty="0"/>
              <a:t>: Trigger </a:t>
            </a:r>
            <a:r>
              <a:rPr lang="en-US" dirty="0" err="1"/>
              <a:t>ve</a:t>
            </a:r>
            <a:r>
              <a:rPr lang="en-US" dirty="0"/>
              <a:t> View </a:t>
            </a:r>
            <a:r>
              <a:rPr lang="en-US" dirty="0" err="1"/>
              <a:t>Kullanımı</a:t>
            </a:r>
            <a:endParaRPr lang="en-US" dirty="0"/>
          </a:p>
        </p:txBody>
      </p:sp>
      <p:pic>
        <p:nvPicPr>
          <p:cNvPr id="5" name="Content Placeholder 4" descr="Mavi soyut arka planda tamir araçları sembolü içeren belge">
            <a:extLst>
              <a:ext uri="{FF2B5EF4-FFF2-40B4-BE49-F238E27FC236}">
                <a16:creationId xmlns:a16="http://schemas.microsoft.com/office/drawing/2014/main" id="{ADF4DAB4-99EB-402B-B43E-E11457181A02}"/>
              </a:ext>
            </a:extLst>
          </p:cNvPr>
          <p:cNvPicPr>
            <a:picLocks noGrp="1" noChangeAspect="1"/>
          </p:cNvPicPr>
          <p:nvPr>
            <p:ph type="pic" sz="quarter" idx="13"/>
          </p:nvPr>
        </p:nvPicPr>
        <p:blipFill>
          <a:blip r:embed="rId3"/>
          <a:srcRect l="15607" r="16707" b="2"/>
          <a:stretch>
            <a:fillRect/>
          </a:stretch>
        </p:blipFill>
        <p:spPr>
          <a:xfrm>
            <a:off x="634030" y="1601539"/>
            <a:ext cx="5123858" cy="4258053"/>
          </a:xfrm>
        </p:spPr>
      </p:pic>
      <p:sp>
        <p:nvSpPr>
          <p:cNvPr id="4" name="Content Placeholder 3">
            <a:extLst>
              <a:ext uri="{FF2B5EF4-FFF2-40B4-BE49-F238E27FC236}">
                <a16:creationId xmlns:a16="http://schemas.microsoft.com/office/drawing/2014/main" id="{620CB5B2-CDC9-884A-0752-9CFBB1E0D4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15969" y="1679782"/>
            <a:ext cx="5536345" cy="4619418"/>
          </a:xfrm>
        </p:spPr>
        <p:txBody>
          <a:bodyPr>
            <a:noAutofit/>
          </a:bodyPr>
          <a:lstStyle/>
          <a:p>
            <a:pPr marL="0" indent="0">
              <a:spcBef>
                <a:spcPts val="2500"/>
              </a:spcBef>
              <a:buFont typeface="Arial" panose="020B0604020202020204" pitchFamily="34" charset="0"/>
              <a:buNone/>
            </a:pPr>
            <a:r>
              <a:rPr lang="en-US" sz="1600" b="1" dirty="0">
                <a:latin typeface="Arial" panose="020B0604020202020204" pitchFamily="34" charset="0"/>
                <a:cs typeface="Arial" panose="020B0604020202020204" pitchFamily="34" charset="0"/>
              </a:rPr>
              <a:t>Trigger </a:t>
            </a:r>
            <a:r>
              <a:rPr lang="en-US" sz="1600" b="1" dirty="0" err="1">
                <a:latin typeface="Arial" panose="020B0604020202020204" pitchFamily="34" charset="0"/>
                <a:cs typeface="Arial" panose="020B0604020202020204" pitchFamily="34" charset="0"/>
              </a:rPr>
              <a:t>ile</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Otomasyon</a:t>
            </a:r>
            <a:endParaRPr lang="en-US" sz="1600" b="1" dirty="0">
              <a:latin typeface="Arial" panose="020B0604020202020204" pitchFamily="34" charset="0"/>
              <a:cs typeface="Arial" panose="020B0604020202020204" pitchFamily="34" charset="0"/>
            </a:endParaRPr>
          </a:p>
          <a:p>
            <a:pPr marL="0" lvl="1"/>
            <a:r>
              <a:rPr lang="tr-TR" sz="1600" dirty="0" err="1">
                <a:latin typeface="Arial" panose="020B0604020202020204" pitchFamily="34" charset="0"/>
                <a:cs typeface="Arial" panose="020B0604020202020204" pitchFamily="34" charset="0"/>
              </a:rPr>
              <a:t>trg_AracKirala</a:t>
            </a:r>
            <a:r>
              <a:rPr lang="tr-TR" sz="1600" dirty="0">
                <a:latin typeface="Arial" panose="020B0604020202020204" pitchFamily="34" charset="0"/>
                <a:cs typeface="Arial" panose="020B0604020202020204" pitchFamily="34" charset="0"/>
              </a:rPr>
              <a:t> tetikleyicisi; yeni bir kiralama yapıldığında aracın durumunu otomatik olarak 'Kirada' yapar.</a:t>
            </a:r>
            <a:endParaRPr lang="en-US" sz="1600" dirty="0">
              <a:latin typeface="Arial" panose="020B0604020202020204" pitchFamily="34" charset="0"/>
              <a:cs typeface="Arial" panose="020B0604020202020204" pitchFamily="34" charset="0"/>
            </a:endParaRPr>
          </a:p>
          <a:p>
            <a:pPr marL="0" indent="0">
              <a:spcBef>
                <a:spcPts val="2500"/>
              </a:spcBef>
              <a:buFont typeface="Arial" panose="020B0604020202020204" pitchFamily="34" charset="0"/>
              <a:buNone/>
            </a:pPr>
            <a:r>
              <a:rPr lang="en-US" sz="1600" b="1" dirty="0">
                <a:latin typeface="Arial" panose="020B0604020202020204" pitchFamily="34" charset="0"/>
                <a:cs typeface="Arial" panose="020B0604020202020204" pitchFamily="34" charset="0"/>
              </a:rPr>
              <a:t>View </a:t>
            </a:r>
            <a:r>
              <a:rPr lang="en-US" sz="1600" b="1" dirty="0" err="1">
                <a:latin typeface="Arial" panose="020B0604020202020204" pitchFamily="34" charset="0"/>
                <a:cs typeface="Arial" panose="020B0604020202020204" pitchFamily="34" charset="0"/>
              </a:rPr>
              <a:t>ile</a:t>
            </a:r>
            <a:r>
              <a:rPr lang="en-US" sz="1600" b="1" dirty="0">
                <a:latin typeface="Arial" panose="020B0604020202020204" pitchFamily="34" charset="0"/>
                <a:cs typeface="Arial" panose="020B0604020202020204" pitchFamily="34" charset="0"/>
              </a:rPr>
              <a:t> </a:t>
            </a:r>
            <a:r>
              <a:rPr lang="tr-TR" sz="1600" b="1" dirty="0">
                <a:latin typeface="Arial" panose="020B0604020202020204" pitchFamily="34" charset="0"/>
                <a:cs typeface="Arial" panose="020B0604020202020204" pitchFamily="34" charset="0"/>
              </a:rPr>
              <a:t>Raporlama</a:t>
            </a:r>
            <a:endParaRPr lang="en-US" sz="1600" b="1" dirty="0">
              <a:latin typeface="Arial" panose="020B0604020202020204" pitchFamily="34" charset="0"/>
              <a:cs typeface="Arial" panose="020B0604020202020204" pitchFamily="34" charset="0"/>
            </a:endParaRPr>
          </a:p>
          <a:p>
            <a:pPr marL="0" lvl="1"/>
            <a:r>
              <a:rPr lang="tr-TR" sz="1600" dirty="0" err="1">
                <a:latin typeface="Arial" panose="020B0604020202020204" pitchFamily="34" charset="0"/>
                <a:cs typeface="Arial" panose="020B0604020202020204" pitchFamily="34" charset="0"/>
              </a:rPr>
              <a:t>View_AktifKiralamalar</a:t>
            </a:r>
            <a:r>
              <a:rPr lang="tr-TR" sz="1600" dirty="0">
                <a:latin typeface="Arial" panose="020B0604020202020204" pitchFamily="34" charset="0"/>
                <a:cs typeface="Arial" panose="020B0604020202020204" pitchFamily="34" charset="0"/>
              </a:rPr>
              <a:t>; karmaşık JOIN sorgularını tek bir sanal tabloda birleştirerek C# arayüzüne hazır veri sunar.</a:t>
            </a:r>
          </a:p>
          <a:p>
            <a:pPr marL="0" lvl="1"/>
            <a:endParaRPr lang="tr-TR" sz="1600" dirty="0">
              <a:latin typeface="Arial" panose="020B0604020202020204" pitchFamily="34" charset="0"/>
              <a:cs typeface="Arial" panose="020B0604020202020204" pitchFamily="34" charset="0"/>
            </a:endParaRPr>
          </a:p>
          <a:p>
            <a:pPr marL="0" lvl="1"/>
            <a:r>
              <a:rPr lang="tr-TR" sz="1600" dirty="0">
                <a:solidFill>
                  <a:srgbClr val="002060"/>
                </a:solidFill>
                <a:latin typeface="Arial" panose="020B0604020202020204" pitchFamily="34" charset="0"/>
                <a:cs typeface="Arial" panose="020B0604020202020204" pitchFamily="34" charset="0"/>
              </a:rPr>
              <a:t>Arayüzden her kiralama yapıldığında, veri tabanı tarafında yazdığım </a:t>
            </a:r>
            <a:r>
              <a:rPr lang="tr-TR" sz="1600" dirty="0" err="1">
                <a:solidFill>
                  <a:srgbClr val="002060"/>
                </a:solidFill>
                <a:latin typeface="Arial" panose="020B0604020202020204" pitchFamily="34" charset="0"/>
                <a:cs typeface="Arial" panose="020B0604020202020204" pitchFamily="34" charset="0"/>
              </a:rPr>
              <a:t>Trigger</a:t>
            </a:r>
            <a:r>
              <a:rPr lang="tr-TR" sz="1600" dirty="0">
                <a:solidFill>
                  <a:srgbClr val="002060"/>
                </a:solidFill>
                <a:latin typeface="Arial" panose="020B0604020202020204" pitchFamily="34" charset="0"/>
                <a:cs typeface="Arial" panose="020B0604020202020204" pitchFamily="34" charset="0"/>
              </a:rPr>
              <a:t> devreye giriyor ve envanteri otomatik güncelliyor.</a:t>
            </a:r>
          </a:p>
        </p:txBody>
      </p:sp>
      <p:sp>
        <p:nvSpPr>
          <p:cNvPr id="3" name="Title 1">
            <a:extLst>
              <a:ext uri="{FF2B5EF4-FFF2-40B4-BE49-F238E27FC236}">
                <a16:creationId xmlns:a16="http://schemas.microsoft.com/office/drawing/2014/main" id="{A89A9D6A-875E-425E-EDB9-41C401B6A6A9}"/>
              </a:ext>
            </a:extLst>
          </p:cNvPr>
          <p:cNvSpPr txBox="1">
            <a:spLocks/>
          </p:cNvSpPr>
          <p:nvPr/>
        </p:nvSpPr>
        <p:spPr>
          <a:xfrm>
            <a:off x="5886928" y="1101189"/>
            <a:ext cx="5536346" cy="5785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a:lstStyle>
          <a:p>
            <a:r>
              <a:rPr lang="tr-TR" b="1" dirty="0">
                <a:latin typeface="Arial" panose="020B0604020202020204" pitchFamily="34" charset="0"/>
                <a:cs typeface="Arial" panose="020B0604020202020204" pitchFamily="34" charset="0"/>
              </a:rPr>
              <a:t>Otomasyon ve raporlama</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90991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BAA37-42D1-AEF6-FC96-CFB47222BC9A}"/>
              </a:ext>
            </a:extLst>
          </p:cNvPr>
          <p:cNvSpPr>
            <a:spLocks noGrp="1"/>
          </p:cNvSpPr>
          <p:nvPr>
            <p:ph type="title"/>
          </p:nvPr>
        </p:nvSpPr>
        <p:spPr>
          <a:xfrm>
            <a:off x="634030" y="631977"/>
            <a:ext cx="4707359" cy="1068486"/>
          </a:xfrm>
        </p:spPr>
        <p:txBody>
          <a:bodyPr anchor="t">
            <a:normAutofit/>
          </a:bodyPr>
          <a:lstStyle/>
          <a:p>
            <a:r>
              <a:rPr lang="en-US" sz="2200" dirty="0"/>
              <a:t>C# </a:t>
            </a:r>
            <a:r>
              <a:rPr lang="en-US" sz="2200" dirty="0" err="1"/>
              <a:t>Masaüstü</a:t>
            </a:r>
            <a:r>
              <a:rPr lang="en-US" sz="2200" dirty="0"/>
              <a:t> </a:t>
            </a:r>
            <a:r>
              <a:rPr lang="en-US" sz="2200" dirty="0" err="1"/>
              <a:t>Uygulaması</a:t>
            </a:r>
            <a:r>
              <a:rPr lang="en-US" sz="2200" dirty="0"/>
              <a:t> </a:t>
            </a:r>
            <a:r>
              <a:rPr lang="en-US" sz="2200" dirty="0" err="1"/>
              <a:t>ve</a:t>
            </a:r>
            <a:r>
              <a:rPr lang="en-US" sz="2200" dirty="0"/>
              <a:t> </a:t>
            </a:r>
            <a:r>
              <a:rPr lang="en-US" sz="2200" dirty="0" err="1"/>
              <a:t>Kullanıcı</a:t>
            </a:r>
            <a:r>
              <a:rPr lang="en-US" sz="2200" dirty="0"/>
              <a:t> </a:t>
            </a:r>
            <a:r>
              <a:rPr lang="en-US" sz="2200" dirty="0" err="1"/>
              <a:t>Arayüzü</a:t>
            </a:r>
            <a:endParaRPr lang="en-US" sz="2200" dirty="0"/>
          </a:p>
        </p:txBody>
      </p:sp>
      <p:pic>
        <p:nvPicPr>
          <p:cNvPr id="5" name="Content Placeholder 4" descr="Beyaz kağıt üzerinde web sitesi tasarım eskizlerinin düzeni">
            <a:extLst>
              <a:ext uri="{FF2B5EF4-FFF2-40B4-BE49-F238E27FC236}">
                <a16:creationId xmlns:a16="http://schemas.microsoft.com/office/drawing/2014/main" id="{D8722844-25B0-4F1F-8E73-ED0DDF0302F0}"/>
              </a:ext>
            </a:extLst>
          </p:cNvPr>
          <p:cNvPicPr>
            <a:picLocks noGrp="1" noChangeAspect="1"/>
          </p:cNvPicPr>
          <p:nvPr>
            <p:ph type="pic" sz="quarter" idx="13"/>
          </p:nvPr>
        </p:nvPicPr>
        <p:blipFill>
          <a:blip r:embed="rId3"/>
          <a:srcRect l="7428" r="32019"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E65EB879-5F2E-5E86-83C2-E661724743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201708"/>
          </a:xfrm>
        </p:spPr>
        <p:txBody>
          <a:bodyPr>
            <a:normAutofit/>
          </a:bodyPr>
          <a:lstStyle/>
          <a:p>
            <a:pPr marL="0" indent="0">
              <a:spcBef>
                <a:spcPts val="2500"/>
              </a:spcBef>
              <a:buFont typeface="Arial" panose="020B0604020202020204" pitchFamily="34" charset="0"/>
              <a:buNone/>
            </a:pPr>
            <a:r>
              <a:rPr lang="en-US" b="1" dirty="0">
                <a:latin typeface="Arial" panose="020B0604020202020204" pitchFamily="34" charset="0"/>
                <a:cs typeface="Arial" panose="020B0604020202020204" pitchFamily="34" charset="0"/>
              </a:rPr>
              <a:t>Windows Forms </a:t>
            </a:r>
            <a:r>
              <a:rPr lang="en-US" b="1" dirty="0" err="1">
                <a:latin typeface="Arial" panose="020B0604020202020204" pitchFamily="34" charset="0"/>
                <a:cs typeface="Arial" panose="020B0604020202020204" pitchFamily="34" charset="0"/>
              </a:rPr>
              <a:t>Uygulaması</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C# </a:t>
            </a:r>
            <a:r>
              <a:rPr lang="en-US" dirty="0" err="1">
                <a:latin typeface="Arial" panose="020B0604020202020204" pitchFamily="34" charset="0"/>
                <a:cs typeface="Arial" panose="020B0604020202020204" pitchFamily="34" charset="0"/>
              </a:rPr>
              <a:t>ile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geliştirilen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masaüstü</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uygulama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kullanıcıların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tabanındaki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bilgileri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kolayca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yönetmesini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sağlar</a:t>
            </a:r>
            <a:r>
              <a:rPr lang="en-US" dirty="0">
                <a:latin typeface="Arial" panose="020B0604020202020204" pitchFamily="34" charset="0"/>
                <a:cs typeface="Arial" panose="020B0604020202020204" pitchFamily="34" charset="0"/>
              </a:rPr>
              <a:t>.</a:t>
            </a:r>
          </a:p>
          <a:p>
            <a:pPr marL="0" indent="0">
              <a:spcBef>
                <a:spcPts val="2500"/>
              </a:spcBef>
              <a:buFont typeface="Arial" panose="020B0604020202020204" pitchFamily="34" charset="0"/>
              <a:buNone/>
            </a:pPr>
            <a:r>
              <a:rPr lang="en-US" b="1" dirty="0" err="1">
                <a:latin typeface="Arial" panose="020B0604020202020204" pitchFamily="34" charset="0"/>
                <a:cs typeface="Arial" panose="020B0604020202020204" pitchFamily="34" charset="0"/>
              </a:rPr>
              <a:t>ComboBox</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ile</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Hızlı</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Seçim</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err="1">
                <a:latin typeface="Arial" panose="020B0604020202020204" pitchFamily="34" charset="0"/>
                <a:cs typeface="Arial" panose="020B0604020202020204" pitchFamily="34" charset="0"/>
              </a:rPr>
              <a:t>ComboBox</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kontrolleri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kullanıcıların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müşteri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araç</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listesinden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hızlı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hata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olmadan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seçim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yapmasını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sağlar</a:t>
            </a:r>
            <a:r>
              <a:rPr lang="en-US" dirty="0">
                <a:latin typeface="Arial" panose="020B0604020202020204" pitchFamily="34" charset="0"/>
                <a:cs typeface="Arial" panose="020B0604020202020204" pitchFamily="34" charset="0"/>
              </a:rPr>
              <a:t>.</a:t>
            </a:r>
          </a:p>
          <a:p>
            <a:pPr marL="0" indent="0">
              <a:spcBef>
                <a:spcPts val="2500"/>
              </a:spcBef>
              <a:buFont typeface="Arial" panose="020B0604020202020204" pitchFamily="34" charset="0"/>
              <a:buNone/>
            </a:pPr>
            <a:r>
              <a:rPr lang="en-US" b="1" dirty="0" err="1">
                <a:latin typeface="Arial" panose="020B0604020202020204" pitchFamily="34" charset="0"/>
                <a:cs typeface="Arial" panose="020B0604020202020204" pitchFamily="34" charset="0"/>
              </a:rPr>
              <a:t>Aktif</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Kiralamalar</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ve</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Araç</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Listesi</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err="1">
                <a:latin typeface="Arial" panose="020B0604020202020204" pitchFamily="34" charset="0"/>
                <a:cs typeface="Arial" panose="020B0604020202020204" pitchFamily="34" charset="0"/>
              </a:rPr>
              <a:t>Listeleme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alanları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sayesinde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aktif</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kiralamalar</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mevcut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araçlar</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anlık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olarak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görüntülenebilir</a:t>
            </a:r>
            <a:r>
              <a:rPr lang="en-US" dirty="0">
                <a:latin typeface="Arial" panose="020B0604020202020204" pitchFamily="34" charset="0"/>
                <a:cs typeface="Arial" panose="020B0604020202020204" pitchFamily="34" charset="0"/>
              </a:rPr>
              <a:t>.</a:t>
            </a:r>
          </a:p>
          <a:p>
            <a:pPr marL="0" indent="0">
              <a:spcBef>
                <a:spcPts val="2500"/>
              </a:spcBef>
              <a:buFont typeface="Arial" panose="020B0604020202020204" pitchFamily="34" charset="0"/>
              <a:buNone/>
            </a:pPr>
            <a:r>
              <a:rPr lang="en-US" b="1" dirty="0">
                <a:latin typeface="Arial" panose="020B0604020202020204" pitchFamily="34" charset="0"/>
                <a:cs typeface="Arial" panose="020B0604020202020204" pitchFamily="34" charset="0"/>
              </a:rPr>
              <a:t>Kullanıcı Dostu </a:t>
            </a:r>
            <a:r>
              <a:rPr lang="en-US" b="1" dirty="0" err="1">
                <a:latin typeface="Arial" panose="020B0604020202020204" pitchFamily="34" charset="0"/>
                <a:cs typeface="Arial" panose="020B0604020202020204" pitchFamily="34" charset="0"/>
              </a:rPr>
              <a:t>Tasarım</a:t>
            </a:r>
            <a:endParaRPr lang="en-US" b="1" dirty="0">
              <a:latin typeface="Arial" panose="020B0604020202020204" pitchFamily="34" charset="0"/>
              <a:cs typeface="Arial" panose="020B0604020202020204" pitchFamily="34" charset="0"/>
            </a:endParaRP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Buton </a:t>
            </a:r>
            <a:r>
              <a:rPr lang="en-US" dirty="0" err="1">
                <a:latin typeface="Arial" panose="020B0604020202020204" pitchFamily="34" charset="0"/>
                <a:cs typeface="Arial" panose="020B0604020202020204" pitchFamily="34" charset="0"/>
              </a:rPr>
              <a:t>yerleşimleri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ve</a:t>
            </a:r>
            <a:r>
              <a:rPr lang="en-US" dirty="0">
                <a:latin typeface="Arial" panose="020B0604020202020204" pitchFamily="34" charset="0"/>
                <a:cs typeface="Arial" panose="020B0604020202020204" pitchFamily="34" charset="0"/>
              </a:rPr>
              <a:t> form </a:t>
            </a:r>
            <a:r>
              <a:rPr lang="en-US" dirty="0" err="1">
                <a:latin typeface="Arial" panose="020B0604020202020204" pitchFamily="34" charset="0"/>
                <a:cs typeface="Arial" panose="020B0604020202020204" pitchFamily="34" charset="0"/>
              </a:rPr>
              <a:t>akışı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kullanıcı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deneyimini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artırmak</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için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dikkatle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tasarlanmıştır</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03431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0080D-6F64-2F96-8DFD-7539A34D8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896A0-DB4C-0B6D-8246-8220115105B9}"/>
              </a:ext>
            </a:extLst>
          </p:cNvPr>
          <p:cNvSpPr>
            <a:spLocks noGrp="1"/>
          </p:cNvSpPr>
          <p:nvPr>
            <p:ph type="title"/>
          </p:nvPr>
        </p:nvSpPr>
        <p:spPr>
          <a:xfrm>
            <a:off x="413897" y="391797"/>
            <a:ext cx="4707359" cy="1068486"/>
          </a:xfrm>
        </p:spPr>
        <p:txBody>
          <a:bodyPr anchor="t">
            <a:normAutofit/>
          </a:bodyPr>
          <a:lstStyle/>
          <a:p>
            <a:r>
              <a:rPr lang="en-US" sz="2200" dirty="0"/>
              <a:t>C# </a:t>
            </a:r>
            <a:r>
              <a:rPr lang="en-US" sz="2200" dirty="0" err="1"/>
              <a:t>Masaüstü</a:t>
            </a:r>
            <a:r>
              <a:rPr lang="en-US" sz="2200" dirty="0"/>
              <a:t> </a:t>
            </a:r>
            <a:r>
              <a:rPr lang="en-US" sz="2200" dirty="0" err="1"/>
              <a:t>Uygulaması</a:t>
            </a:r>
            <a:r>
              <a:rPr lang="en-US" sz="2200" dirty="0"/>
              <a:t> </a:t>
            </a:r>
            <a:r>
              <a:rPr lang="en-US" sz="2200" dirty="0" err="1"/>
              <a:t>ve</a:t>
            </a:r>
            <a:r>
              <a:rPr lang="en-US" sz="2200" dirty="0"/>
              <a:t> </a:t>
            </a:r>
            <a:r>
              <a:rPr lang="en-US" sz="2200" dirty="0" err="1"/>
              <a:t>Kullanıcı</a:t>
            </a:r>
            <a:r>
              <a:rPr lang="en-US" sz="2200" dirty="0"/>
              <a:t> </a:t>
            </a:r>
            <a:r>
              <a:rPr lang="en-US" sz="2200" dirty="0" err="1"/>
              <a:t>Arayüzü</a:t>
            </a:r>
            <a:endParaRPr lang="en-US" sz="2200" dirty="0"/>
          </a:p>
        </p:txBody>
      </p:sp>
      <p:sp>
        <p:nvSpPr>
          <p:cNvPr id="4" name="Content Placeholder 3">
            <a:extLst>
              <a:ext uri="{FF2B5EF4-FFF2-40B4-BE49-F238E27FC236}">
                <a16:creationId xmlns:a16="http://schemas.microsoft.com/office/drawing/2014/main" id="{E2C0CD26-55F8-31C5-78E3-E74C6AC255D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16084" y="445559"/>
            <a:ext cx="5631280" cy="1068486"/>
          </a:xfrm>
        </p:spPr>
        <p:txBody>
          <a:bodyPr>
            <a:noAutofit/>
          </a:bodyPr>
          <a:lstStyle/>
          <a:p>
            <a:pPr>
              <a:spcBef>
                <a:spcPts val="2500"/>
              </a:spcBef>
            </a:pPr>
            <a:r>
              <a:rPr lang="tr-TR" dirty="0">
                <a:solidFill>
                  <a:srgbClr val="002060"/>
                </a:solidFill>
                <a:latin typeface="Arial" panose="020B0604020202020204" pitchFamily="34" charset="0"/>
                <a:cs typeface="Arial" panose="020B0604020202020204" pitchFamily="34" charset="0"/>
              </a:rPr>
              <a:t>Projeyi sadece SQL'de bırakmak yerine, son kullanıcının rahatça veri girebileceği, açılır listelerle (</a:t>
            </a:r>
            <a:r>
              <a:rPr lang="tr-TR" dirty="0" err="1">
                <a:solidFill>
                  <a:srgbClr val="002060"/>
                </a:solidFill>
                <a:latin typeface="Arial" panose="020B0604020202020204" pitchFamily="34" charset="0"/>
                <a:cs typeface="Arial" panose="020B0604020202020204" pitchFamily="34" charset="0"/>
              </a:rPr>
              <a:t>ComboBox</a:t>
            </a:r>
            <a:r>
              <a:rPr lang="tr-TR" dirty="0">
                <a:solidFill>
                  <a:srgbClr val="002060"/>
                </a:solidFill>
                <a:latin typeface="Arial" panose="020B0604020202020204" pitchFamily="34" charset="0"/>
                <a:cs typeface="Arial" panose="020B0604020202020204" pitchFamily="34" charset="0"/>
              </a:rPr>
              <a:t>) kiralama yapabileceği bir Full-</a:t>
            </a:r>
            <a:r>
              <a:rPr lang="tr-TR" dirty="0" err="1">
                <a:solidFill>
                  <a:srgbClr val="002060"/>
                </a:solidFill>
                <a:latin typeface="Arial" panose="020B0604020202020204" pitchFamily="34" charset="0"/>
                <a:cs typeface="Arial" panose="020B0604020202020204" pitchFamily="34" charset="0"/>
              </a:rPr>
              <a:t>Stack</a:t>
            </a:r>
            <a:r>
              <a:rPr lang="tr-TR" dirty="0">
                <a:solidFill>
                  <a:srgbClr val="002060"/>
                </a:solidFill>
                <a:latin typeface="Arial" panose="020B0604020202020204" pitchFamily="34" charset="0"/>
                <a:cs typeface="Arial" panose="020B0604020202020204" pitchFamily="34" charset="0"/>
              </a:rPr>
              <a:t> yapı kurdum.</a:t>
            </a:r>
            <a:endParaRPr lang="en-US" dirty="0">
              <a:solidFill>
                <a:srgbClr val="002060"/>
              </a:solidFill>
              <a:latin typeface="Arial" panose="020B0604020202020204" pitchFamily="34" charset="0"/>
              <a:cs typeface="Arial" panose="020B0604020202020204" pitchFamily="34" charset="0"/>
            </a:endParaRPr>
          </a:p>
        </p:txBody>
      </p:sp>
      <p:pic>
        <p:nvPicPr>
          <p:cNvPr id="8" name="Resim 7">
            <a:extLst>
              <a:ext uri="{FF2B5EF4-FFF2-40B4-BE49-F238E27FC236}">
                <a16:creationId xmlns:a16="http://schemas.microsoft.com/office/drawing/2014/main" id="{BE6046DB-4D27-F277-F020-12287860CCD4}"/>
              </a:ext>
            </a:extLst>
          </p:cNvPr>
          <p:cNvPicPr>
            <a:picLocks noChangeAspect="1"/>
          </p:cNvPicPr>
          <p:nvPr/>
        </p:nvPicPr>
        <p:blipFill>
          <a:blip r:embed="rId3">
            <a:extLst>
              <a:ext uri="{28A0092B-C50C-407E-A947-70E740481C1C}">
                <a14:useLocalDpi xmlns:a14="http://schemas.microsoft.com/office/drawing/2010/main" val="0"/>
              </a:ext>
            </a:extLst>
          </a:blip>
          <a:srcRect t="14445" b="20741"/>
          <a:stretch>
            <a:fillRect/>
          </a:stretch>
        </p:blipFill>
        <p:spPr>
          <a:xfrm>
            <a:off x="0" y="1587283"/>
            <a:ext cx="12192000" cy="4445000"/>
          </a:xfrm>
          <a:prstGeom prst="rect">
            <a:avLst/>
          </a:prstGeom>
        </p:spPr>
      </p:pic>
    </p:spTree>
    <p:extLst>
      <p:ext uri="{BB962C8B-B14F-4D97-AF65-F5344CB8AC3E}">
        <p14:creationId xmlns:p14="http://schemas.microsoft.com/office/powerpoint/2010/main" val="807143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39E6-7FC3-0843-7E7D-225E238240F3}"/>
              </a:ext>
            </a:extLst>
          </p:cNvPr>
          <p:cNvSpPr>
            <a:spLocks noGrp="1"/>
          </p:cNvSpPr>
          <p:nvPr>
            <p:ph type="title"/>
          </p:nvPr>
        </p:nvSpPr>
        <p:spPr>
          <a:xfrm>
            <a:off x="3937000" y="265968"/>
            <a:ext cx="7900365" cy="867942"/>
          </a:xfrm>
        </p:spPr>
        <p:txBody>
          <a:bodyPr anchor="b">
            <a:normAutofit/>
          </a:bodyPr>
          <a:lstStyle/>
          <a:p>
            <a:pPr algn="r"/>
            <a:r>
              <a:rPr lang="tr-TR" sz="2400" dirty="0"/>
              <a:t>Geliştirme sürecinde </a:t>
            </a:r>
            <a:r>
              <a:rPr lang="en-US" sz="2400" dirty="0"/>
              <a:t>Karşılaşılan Zorluklar, </a:t>
            </a:r>
            <a:r>
              <a:rPr lang="en-US" sz="2400" dirty="0" err="1"/>
              <a:t>Çözümler</a:t>
            </a:r>
            <a:r>
              <a:rPr lang="en-US" sz="2400" dirty="0"/>
              <a:t> </a:t>
            </a:r>
            <a:r>
              <a:rPr lang="en-US" sz="2400" dirty="0" err="1"/>
              <a:t>ve</a:t>
            </a:r>
            <a:r>
              <a:rPr lang="en-US" sz="2400" dirty="0"/>
              <a:t> </a:t>
            </a:r>
            <a:r>
              <a:rPr lang="en-US" sz="2400" dirty="0" err="1"/>
              <a:t>Kapanış</a:t>
            </a:r>
            <a:endParaRPr lang="en-US" sz="2400" dirty="0"/>
          </a:p>
        </p:txBody>
      </p:sp>
      <p:pic>
        <p:nvPicPr>
          <p:cNvPr id="5" name="Content Placeholder 4" descr="Kaynak kodu üzerinde çalışan genç bilgisayar programcılarının kırpılmış görüntüsü">
            <a:extLst>
              <a:ext uri="{FF2B5EF4-FFF2-40B4-BE49-F238E27FC236}">
                <a16:creationId xmlns:a16="http://schemas.microsoft.com/office/drawing/2014/main" id="{D3647DFC-C0BD-459C-96BA-1203E5FCC948}"/>
              </a:ext>
            </a:extLst>
          </p:cNvPr>
          <p:cNvPicPr>
            <a:picLocks noGrp="1" noChangeAspect="1"/>
          </p:cNvPicPr>
          <p:nvPr>
            <p:ph type="pic" sz="quarter" idx="13"/>
          </p:nvPr>
        </p:nvPicPr>
        <p:blipFill>
          <a:blip r:embed="rId3"/>
          <a:srcRect l="15983" r="3357" b="-2"/>
          <a:stretch>
            <a:fillRect/>
          </a:stretch>
        </p:blipFill>
        <p:spPr>
          <a:xfrm>
            <a:off x="125914" y="989203"/>
            <a:ext cx="5896365" cy="4879594"/>
          </a:xfrm>
        </p:spPr>
      </p:pic>
      <p:sp>
        <p:nvSpPr>
          <p:cNvPr id="4" name="Content Placeholder 3">
            <a:extLst>
              <a:ext uri="{FF2B5EF4-FFF2-40B4-BE49-F238E27FC236}">
                <a16:creationId xmlns:a16="http://schemas.microsoft.com/office/drawing/2014/main" id="{FF3EEB43-984C-DC5D-6F23-B51D351F692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0671" y="1377633"/>
            <a:ext cx="5346694" cy="4633700"/>
          </a:xfrm>
        </p:spPr>
        <p:txBody>
          <a:bodyPr>
            <a:noAutofit/>
          </a:bodyPr>
          <a:lstStyle/>
          <a:p>
            <a:pPr lvl="0" eaLnBrk="0" fontAlgn="base" hangingPunct="0">
              <a:lnSpc>
                <a:spcPct val="100000"/>
              </a:lnSpc>
              <a:spcBef>
                <a:spcPct val="0"/>
              </a:spcBef>
              <a:spcAft>
                <a:spcPct val="0"/>
              </a:spcAft>
              <a:buFontTx/>
              <a:buChar char="•"/>
            </a:pPr>
            <a:r>
              <a:rPr lang="tr-TR" altLang="tr-TR" b="1" dirty="0">
                <a:latin typeface="Arial" panose="020B0604020202020204" pitchFamily="34" charset="0"/>
                <a:cs typeface="Arial" panose="020B0604020202020204" pitchFamily="34" charset="0"/>
              </a:rPr>
              <a:t>Zorluk: </a:t>
            </a:r>
            <a:r>
              <a:rPr lang="tr-TR" altLang="tr-TR" dirty="0">
                <a:latin typeface="Arial" panose="020B0604020202020204" pitchFamily="34" charset="0"/>
                <a:cs typeface="Arial" panose="020B0604020202020204" pitchFamily="34" charset="0"/>
              </a:rPr>
              <a:t>C# kopyala-yapıştır aşamasında </a:t>
            </a:r>
            <a:r>
              <a:rPr lang="tr-TR" altLang="tr-TR" dirty="0" err="1">
                <a:latin typeface="Arial" panose="020B0604020202020204" pitchFamily="34" charset="0"/>
                <a:cs typeface="Arial" panose="020B0604020202020204" pitchFamily="34" charset="0"/>
              </a:rPr>
              <a:t>Namespace</a:t>
            </a:r>
            <a:r>
              <a:rPr lang="tr-TR" altLang="tr-TR" dirty="0">
                <a:latin typeface="Arial" panose="020B0604020202020204" pitchFamily="34" charset="0"/>
                <a:cs typeface="Arial" panose="020B0604020202020204" pitchFamily="34" charset="0"/>
              </a:rPr>
              <a:t> (İsim Alanı) uyuşmazlığı.</a:t>
            </a:r>
          </a:p>
          <a:p>
            <a:pPr lvl="0" eaLnBrk="0" fontAlgn="base" hangingPunct="0">
              <a:lnSpc>
                <a:spcPct val="100000"/>
              </a:lnSpc>
              <a:spcBef>
                <a:spcPct val="0"/>
              </a:spcBef>
              <a:spcAft>
                <a:spcPct val="0"/>
              </a:spcAft>
              <a:buFontTx/>
              <a:buChar char="•"/>
            </a:pPr>
            <a:endParaRPr lang="tr-TR" altLang="tr-TR"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FontTx/>
              <a:buChar char="•"/>
            </a:pPr>
            <a:r>
              <a:rPr lang="tr-TR" altLang="tr-TR" b="1" dirty="0">
                <a:latin typeface="Arial" panose="020B0604020202020204" pitchFamily="34" charset="0"/>
                <a:cs typeface="Arial" panose="020B0604020202020204" pitchFamily="34" charset="0"/>
              </a:rPr>
              <a:t>Çözüm:</a:t>
            </a:r>
            <a:r>
              <a:rPr lang="tr-TR" altLang="tr-TR" dirty="0">
                <a:latin typeface="Arial" panose="020B0604020202020204" pitchFamily="34" charset="0"/>
                <a:cs typeface="Arial" panose="020B0604020202020204" pitchFamily="34" charset="0"/>
              </a:rPr>
              <a:t> Proje hiyerarşisi incelenerek İsim Alanları eşitlendi.</a:t>
            </a:r>
          </a:p>
          <a:p>
            <a:pPr lvl="0" eaLnBrk="0" fontAlgn="base" hangingPunct="0">
              <a:lnSpc>
                <a:spcPct val="100000"/>
              </a:lnSpc>
              <a:spcBef>
                <a:spcPct val="0"/>
              </a:spcBef>
              <a:spcAft>
                <a:spcPct val="0"/>
              </a:spcAft>
              <a:buFontTx/>
              <a:buChar char="•"/>
            </a:pPr>
            <a:endParaRPr lang="tr-TR" altLang="tr-TR"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FontTx/>
              <a:buChar char="•"/>
            </a:pPr>
            <a:endParaRPr lang="tr-TR" altLang="tr-TR"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FontTx/>
              <a:buChar char="•"/>
            </a:pPr>
            <a:r>
              <a:rPr lang="tr-TR" altLang="tr-TR" b="1" dirty="0">
                <a:latin typeface="Arial" panose="020B0604020202020204" pitchFamily="34" charset="0"/>
                <a:cs typeface="Arial" panose="020B0604020202020204" pitchFamily="34" charset="0"/>
              </a:rPr>
              <a:t>Zorluk:</a:t>
            </a:r>
            <a:r>
              <a:rPr lang="tr-TR" altLang="tr-TR" dirty="0">
                <a:latin typeface="Arial" panose="020B0604020202020204" pitchFamily="34" charset="0"/>
                <a:cs typeface="Arial" panose="020B0604020202020204" pitchFamily="34" charset="0"/>
              </a:rPr>
              <a:t> Mükerrer (tekrar eden) kayıtların listelenmesi.</a:t>
            </a:r>
          </a:p>
          <a:p>
            <a:pPr lvl="0" eaLnBrk="0" fontAlgn="base" hangingPunct="0">
              <a:lnSpc>
                <a:spcPct val="100000"/>
              </a:lnSpc>
              <a:spcBef>
                <a:spcPct val="0"/>
              </a:spcBef>
              <a:spcAft>
                <a:spcPct val="0"/>
              </a:spcAft>
              <a:buFontTx/>
              <a:buChar char="•"/>
            </a:pPr>
            <a:endParaRPr lang="tr-TR" altLang="tr-TR"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FontTx/>
              <a:buChar char="•"/>
            </a:pPr>
            <a:r>
              <a:rPr lang="tr-TR" altLang="tr-TR" b="1" dirty="0">
                <a:latin typeface="Arial" panose="020B0604020202020204" pitchFamily="34" charset="0"/>
                <a:cs typeface="Arial" panose="020B0604020202020204" pitchFamily="34" charset="0"/>
              </a:rPr>
              <a:t>Çözüm:</a:t>
            </a:r>
            <a:r>
              <a:rPr lang="tr-TR" altLang="tr-TR" dirty="0">
                <a:latin typeface="Arial" panose="020B0604020202020204" pitchFamily="34" charset="0"/>
                <a:cs typeface="Arial" panose="020B0604020202020204" pitchFamily="34" charset="0"/>
              </a:rPr>
              <a:t> Tablo verileri temizlenip ID (Identity) sayaçları sıfırlandı ve UNIQUE </a:t>
            </a:r>
            <a:r>
              <a:rPr lang="tr-TR" altLang="tr-TR" dirty="0" err="1">
                <a:latin typeface="Arial" panose="020B0604020202020204" pitchFamily="34" charset="0"/>
                <a:cs typeface="Arial" panose="020B0604020202020204" pitchFamily="34" charset="0"/>
              </a:rPr>
              <a:t>Constraint'ler</a:t>
            </a:r>
            <a:r>
              <a:rPr lang="tr-TR" altLang="tr-TR" dirty="0">
                <a:latin typeface="Arial" panose="020B0604020202020204" pitchFamily="34" charset="0"/>
                <a:cs typeface="Arial" panose="020B0604020202020204" pitchFamily="34" charset="0"/>
              </a:rPr>
              <a:t> kullanıldı.</a:t>
            </a:r>
          </a:p>
          <a:p>
            <a:pPr lvl="0" eaLnBrk="0" fontAlgn="base" hangingPunct="0">
              <a:lnSpc>
                <a:spcPct val="100000"/>
              </a:lnSpc>
              <a:spcBef>
                <a:spcPct val="0"/>
              </a:spcBef>
              <a:spcAft>
                <a:spcPct val="0"/>
              </a:spcAft>
              <a:buFontTx/>
              <a:buChar char="•"/>
            </a:pPr>
            <a:endParaRPr lang="tr-TR" altLang="tr-TR"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buFontTx/>
              <a:buChar char="•"/>
            </a:pPr>
            <a:endParaRPr lang="tr-TR" altLang="tr-TR" dirty="0">
              <a:latin typeface="Arial" panose="020B0604020202020204" pitchFamily="34" charset="0"/>
              <a:cs typeface="Arial" panose="020B0604020202020204" pitchFamily="34" charset="0"/>
            </a:endParaRPr>
          </a:p>
          <a:p>
            <a:pPr lvl="0" eaLnBrk="0" fontAlgn="base" hangingPunct="0">
              <a:lnSpc>
                <a:spcPct val="100000"/>
              </a:lnSpc>
              <a:spcBef>
                <a:spcPct val="0"/>
              </a:spcBef>
              <a:spcAft>
                <a:spcPct val="0"/>
              </a:spcAft>
            </a:pPr>
            <a:r>
              <a:rPr lang="tr-TR" altLang="tr-TR" dirty="0">
                <a:solidFill>
                  <a:srgbClr val="002060"/>
                </a:solidFill>
                <a:latin typeface="Arial" panose="020B0604020202020204" pitchFamily="34" charset="0"/>
                <a:cs typeface="Arial" panose="020B0604020202020204" pitchFamily="34" charset="0"/>
              </a:rPr>
              <a:t>Projeyi geliştirirken aldığım hatalar, aslında veri tabanındaki kısıtlamaların (</a:t>
            </a:r>
            <a:r>
              <a:rPr lang="tr-TR" altLang="tr-TR" dirty="0" err="1">
                <a:solidFill>
                  <a:srgbClr val="002060"/>
                </a:solidFill>
                <a:latin typeface="Arial" panose="020B0604020202020204" pitchFamily="34" charset="0"/>
                <a:cs typeface="Arial" panose="020B0604020202020204" pitchFamily="34" charset="0"/>
              </a:rPr>
              <a:t>Constraints</a:t>
            </a:r>
            <a:r>
              <a:rPr lang="tr-TR" altLang="tr-TR" dirty="0">
                <a:solidFill>
                  <a:srgbClr val="002060"/>
                </a:solidFill>
                <a:latin typeface="Arial" panose="020B0604020202020204" pitchFamily="34" charset="0"/>
                <a:cs typeface="Arial" panose="020B0604020202020204" pitchFamily="34" charset="0"/>
              </a:rPr>
              <a:t>) ve kod mimarisinin ne kadar hassas olduğunu anlamamı sağladı.</a:t>
            </a:r>
          </a:p>
          <a:p>
            <a:pPr lvl="0" eaLnBrk="0" fontAlgn="base" hangingPunct="0">
              <a:lnSpc>
                <a:spcPct val="100000"/>
              </a:lnSpc>
              <a:spcBef>
                <a:spcPct val="0"/>
              </a:spcBef>
              <a:spcAft>
                <a:spcPct val="0"/>
              </a:spcAft>
            </a:pPr>
            <a:endParaRPr lang="tr-TR" altLang="tr-TR" dirty="0">
              <a:solidFill>
                <a:srgbClr val="002060"/>
              </a:solidFill>
              <a:latin typeface="Arial" panose="020B0604020202020204" pitchFamily="34" charset="0"/>
              <a:cs typeface="Arial" panose="020B0604020202020204" pitchFamily="34" charset="0"/>
            </a:endParaRPr>
          </a:p>
          <a:p>
            <a:pPr>
              <a:lnSpc>
                <a:spcPct val="110000"/>
              </a:lnSpc>
              <a:spcBef>
                <a:spcPts val="600"/>
              </a:spcBef>
            </a:pPr>
            <a:r>
              <a:rPr lang="tr-TR" sz="2000" b="1" i="1" dirty="0"/>
              <a:t>Dinlediğiniz için teşekkür ederim</a:t>
            </a:r>
            <a:endParaRPr lang="tr-TR" sz="2000" b="1" i="1" dirty="0">
              <a:latin typeface="Arial" panose="020B0604020202020204" pitchFamily="34" charset="0"/>
              <a:cs typeface="Arial" panose="020B0604020202020204" pitchFamily="34" charset="0"/>
            </a:endParaRPr>
          </a:p>
          <a:p>
            <a:pPr marL="0" indent="0">
              <a:lnSpc>
                <a:spcPct val="110000"/>
              </a:lnSpc>
              <a:spcBef>
                <a:spcPts val="2500"/>
              </a:spcBef>
              <a:buFont typeface="Arial" panose="020B0604020202020204" pitchFamily="34" charset="0"/>
              <a:buNone/>
            </a:pPr>
            <a:endParaRPr lang="tr-TR" b="1" dirty="0">
              <a:latin typeface="Arial" panose="020B0604020202020204" pitchFamily="34" charset="0"/>
              <a:cs typeface="Arial" panose="020B0604020202020204" pitchFamily="34" charset="0"/>
            </a:endParaRPr>
          </a:p>
          <a:p>
            <a:pPr marL="0" indent="0">
              <a:lnSpc>
                <a:spcPct val="110000"/>
              </a:lnSpc>
              <a:spcBef>
                <a:spcPts val="2500"/>
              </a:spcBef>
              <a:buFont typeface="Arial" panose="020B0604020202020204" pitchFamily="34" charset="0"/>
              <a:buNone/>
            </a:pPr>
            <a:endParaRPr lang="tr-TR" b="1" dirty="0">
              <a:latin typeface="Arial" panose="020B0604020202020204" pitchFamily="34" charset="0"/>
              <a:cs typeface="Arial" panose="020B0604020202020204" pitchFamily="34" charset="0"/>
            </a:endParaRPr>
          </a:p>
        </p:txBody>
      </p:sp>
      <p:sp>
        <p:nvSpPr>
          <p:cNvPr id="6" name="Rectangle 2">
            <a:extLst>
              <a:ext uri="{FF2B5EF4-FFF2-40B4-BE49-F238E27FC236}">
                <a16:creationId xmlns:a16="http://schemas.microsoft.com/office/drawing/2014/main" id="{96D45837-7DAA-3511-B37B-C1BA2518AE2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8546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Şeker kulvarı">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2179</Words>
  <Application>Microsoft Office PowerPoint</Application>
  <PresentationFormat>Geniş ekran</PresentationFormat>
  <Paragraphs>93</Paragraphs>
  <Slides>10</Slides>
  <Notes>10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10</vt:i4>
      </vt:variant>
    </vt:vector>
  </HeadingPairs>
  <TitlesOfParts>
    <vt:vector size="15" baseType="lpstr">
      <vt:lpstr>Arial</vt:lpstr>
      <vt:lpstr>Calibri</vt:lpstr>
      <vt:lpstr>Corbel</vt:lpstr>
      <vt:lpstr>Verdana Pro Black</vt:lpstr>
      <vt:lpstr>Şeker kulvarı</vt:lpstr>
      <vt:lpstr>Araç Kİralama (Rent-a-Car) Takİp Sİstemİ</vt:lpstr>
      <vt:lpstr>Projenin Amacı ve Kapsamı</vt:lpstr>
      <vt:lpstr>Kullanılan Teknolojiler</vt:lpstr>
      <vt:lpstr>Kullanılan Teknoloji  Seçimlerinin Gerekçeleri</vt:lpstr>
      <vt:lpstr>Veri Tabanı Mimarisi  (Projenin Kalbi)</vt:lpstr>
      <vt:lpstr>Varlık-İlişki Diyagramı (ER Diyagramı)</vt:lpstr>
      <vt:lpstr>Gelişmiş SQL işlemleri: Trigger ve View Kullanımı</vt:lpstr>
      <vt:lpstr>C# Masaüstü Uygulaması ve Kullanıcı Arayüzü</vt:lpstr>
      <vt:lpstr>C# Masaüstü Uygulaması ve Kullanıcı Arayüzü</vt:lpstr>
      <vt:lpstr>Geliştirme sürecinde Karşılaşılan Zorluklar, Çözümler ve Kapanış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emre.selek@marun.edu.tr</dc:creator>
  <cp:lastModifiedBy>Mert Emre</cp:lastModifiedBy>
  <cp:revision>8</cp:revision>
  <dcterms:modified xsi:type="dcterms:W3CDTF">2026-05-03T09:21:16Z</dcterms:modified>
</cp:coreProperties>
</file>